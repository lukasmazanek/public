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4"/>
  </p:sldMasterIdLst>
  <p:notesMasterIdLst>
    <p:notesMasterId r:id="rId37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9"/>
    <p:sldId id="284" r:id="rId8"/>
    <p:sldId id="285" r:id="rId7"/>
    <p:sldId id="286" r:id="rId6"/>
    <p:sldId id="287" r:id="rId5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</p:sldIdLst>
  <p:sldSz cx="12195175" cy="6859588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54438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1088776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633164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2177552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721940" algn="l" defTabSz="1088776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3266328" algn="l" defTabSz="1088776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810716" algn="l" defTabSz="1088776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4355104" algn="l" defTabSz="1088776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3884">
          <p15:clr>
            <a:srgbClr val="A4A3A4"/>
          </p15:clr>
        </p15:guide>
        <p15:guide id="3" orient="horz" pos="1328">
          <p15:clr>
            <a:srgbClr val="A4A3A4"/>
          </p15:clr>
        </p15:guide>
        <p15:guide id="4" orient="horz" pos="279">
          <p15:clr>
            <a:srgbClr val="A4A3A4"/>
          </p15:clr>
        </p15:guide>
        <p15:guide id="5" orient="horz" pos="3974">
          <p15:clr>
            <a:srgbClr val="A4A3A4"/>
          </p15:clr>
        </p15:guide>
        <p15:guide id="6" orient="horz" pos="857">
          <p15:clr>
            <a:srgbClr val="A4A3A4"/>
          </p15:clr>
        </p15:guide>
        <p15:guide id="7" orient="horz" pos="3385">
          <p15:clr>
            <a:srgbClr val="A4A3A4"/>
          </p15:clr>
        </p15:guide>
        <p15:guide id="8" pos="3841">
          <p15:clr>
            <a:srgbClr val="A4A3A4"/>
          </p15:clr>
        </p15:guide>
        <p15:guide id="9" pos="281">
          <p15:clr>
            <a:srgbClr val="A4A3A4"/>
          </p15:clr>
        </p15:guide>
        <p15:guide id="10" pos="3786">
          <p15:clr>
            <a:srgbClr val="A4A3A4"/>
          </p15:clr>
        </p15:guide>
        <p15:guide id="11" pos="3905">
          <p15:clr>
            <a:srgbClr val="A4A3A4"/>
          </p15:clr>
        </p15:guide>
        <p15:guide id="12" pos="7412">
          <p15:clr>
            <a:srgbClr val="A4A3A4"/>
          </p15:clr>
        </p15:guide>
        <p15:guide id="13" pos="1350">
          <p15:clr>
            <a:srgbClr val="A4A3A4"/>
          </p15:clr>
        </p15:guide>
        <p15:guide id="14" pos="1442">
          <p15:clr>
            <a:srgbClr val="A4A3A4"/>
          </p15:clr>
        </p15:guide>
        <p15:guide id="15" pos="2565">
          <p15:clr>
            <a:srgbClr val="A4A3A4"/>
          </p15:clr>
        </p15:guide>
        <p15:guide id="16" pos="2707">
          <p15:clr>
            <a:srgbClr val="A4A3A4"/>
          </p15:clr>
        </p15:guide>
        <p15:guide id="17" pos="5032">
          <p15:clr>
            <a:srgbClr val="A4A3A4"/>
          </p15:clr>
        </p15:guide>
        <p15:guide id="18" pos="5156">
          <p15:clr>
            <a:srgbClr val="A4A3A4"/>
          </p15:clr>
        </p15:guide>
        <p15:guide id="19" pos="6251">
          <p15:clr>
            <a:srgbClr val="A4A3A4"/>
          </p15:clr>
        </p15:guide>
        <p15:guide id="20" pos="6340">
          <p15:clr>
            <a:srgbClr val="A4A3A4"/>
          </p15:clr>
        </p15:guide>
        <p15:guide id="21" pos="2793">
          <p15:clr>
            <a:srgbClr val="A4A3A4"/>
          </p15:clr>
        </p15:guide>
        <p15:guide id="22" pos="6109">
          <p15:clr>
            <a:srgbClr val="A4A3A4"/>
          </p15:clr>
        </p15:guide>
        <p15:guide id="23" pos="3941" userDrawn="1">
          <p15:clr>
            <a:srgbClr val="A4A3A4"/>
          </p15:clr>
        </p15:guide>
        <p15:guide id="24" pos="2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6F2"/>
    <a:srgbClr val="225B45"/>
    <a:srgbClr val="A3E2CC"/>
    <a:srgbClr val="6E79CC"/>
    <a:srgbClr val="9CE377"/>
    <a:srgbClr val="7CD5F1"/>
    <a:srgbClr val="F46BAC"/>
    <a:srgbClr val="64C5C9"/>
    <a:srgbClr val="67D0AB"/>
    <a:srgbClr val="F8F6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Designformatvorlage 1 - Akzent 1">
    <a:tblBg>
      <a:fillRef idx="1">
        <a:srgbClr val="F1EDE6"/>
      </a:fillRef>
    </a:tblBg>
    <a:wholeTbl>
      <a:tcTxStyle>
        <a:fontRef idx="minor">
          <a:scrgbClr r="0" g="0" b="0"/>
        </a:fontRef>
        <a:schemeClr val="dk1"/>
      </a:tcTxStyle>
      <a:tcStyle>
        <a:tcBdr>
          <a:left>
            <a:ln w="0"/>
          </a:left>
          <a:right>
            <a:ln w="0"/>
          </a:right>
          <a:top>
            <a:ln w="0"/>
          </a:top>
          <a:bottom>
            <a:ln w="0"/>
          </a:bottom>
          <a:insideH>
            <a:ln w="0"/>
          </a:insideH>
          <a:insideV>
            <a:ln w="0"/>
          </a:insideV>
        </a:tcBdr>
        <a:fill>
          <a:noFill/>
        </a:fill>
      </a:tcStyle>
    </a:wholeTbl>
    <a:band1H>
      <a:tcStyle>
        <a:tcBdr/>
        <a:fill>
          <a:solidFill>
            <a:srgbClr val="FFFFFF"/>
          </a:solidFill>
        </a:fill>
      </a:tcStyle>
    </a:band1H>
    <a:band2H>
      <a:tcStyle>
        <a:tcBdr/>
        <a:fill>
          <a:solidFill>
            <a:srgbClr val="F8F6F2"/>
          </a:solidFill>
        </a:fill>
      </a:tcStyle>
    </a:band2H>
    <a:band1V>
      <a:tcStyle>
        <a:tcBdr>
          <a:top>
            <a:lnRef idx="1">
              <a:srgbClr val="F8F6F2"/>
            </a:lnRef>
          </a:top>
          <a:bottom>
            <a:lnRef idx="1">
              <a:srgbClr val="F8F6F2"/>
            </a:lnRef>
          </a:bottom>
        </a:tcBdr>
        <a:fill>
          <a:solidFill>
            <a:srgbClr val="F8F6F2"/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 w="0"/>
          </a:left>
          <a:right>
            <a:ln w="0"/>
          </a:right>
          <a:top>
            <a:ln w="0"/>
          </a:top>
          <a:bottom>
            <a:ln w="0"/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 w="0"/>
          </a:left>
          <a:right>
            <a:ln w="0"/>
          </a:right>
          <a:top>
            <a:ln w="0"/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EE6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22" y="67"/>
      </p:cViewPr>
      <p:guideLst>
        <p:guide orient="horz" pos="2160"/>
        <p:guide orient="horz" pos="3884"/>
        <p:guide orient="horz" pos="1328"/>
        <p:guide orient="horz" pos="279"/>
        <p:guide orient="horz" pos="3974"/>
        <p:guide orient="horz" pos="857"/>
        <p:guide orient="horz" pos="3385"/>
        <p:guide pos="3841"/>
        <p:guide pos="281"/>
        <p:guide pos="3786"/>
        <p:guide pos="3905"/>
        <p:guide pos="7412"/>
        <p:guide pos="1350"/>
        <p:guide pos="1442"/>
        <p:guide pos="2565"/>
        <p:guide pos="2707"/>
        <p:guide pos="5032"/>
        <p:guide pos="5156"/>
        <p:guide pos="6251"/>
        <p:guide pos="6340"/>
        <p:guide pos="2793"/>
        <p:guide pos="6109"/>
        <p:guide pos="3941"/>
        <p:guide pos="21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32.xml"/><Relationship Id="rId6" Type="http://schemas.openxmlformats.org/officeDocument/2006/relationships/slide" Target="slides/slide31.xml"/><Relationship Id="rId7" Type="http://schemas.openxmlformats.org/officeDocument/2006/relationships/slide" Target="slides/slide30.xml"/><Relationship Id="rId8" Type="http://schemas.openxmlformats.org/officeDocument/2006/relationships/slide" Target="slides/slide29.xml"/><Relationship Id="rId9" Type="http://schemas.openxmlformats.org/officeDocument/2006/relationships/slide" Target="slides/slide28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FF3E95B-C48D-478D-A824-A78C3A94844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45602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207926" indent="-207926" algn="l" rtl="0" fontAlgn="base">
      <a:spcBef>
        <a:spcPct val="30000"/>
      </a:spcBef>
      <a:spcAft>
        <a:spcPct val="0"/>
      </a:spcAft>
      <a:buFont typeface="Arial" pitchFamily="34" charset="0"/>
      <a:buChar char="•"/>
      <a:tabLst>
        <a:tab pos="2022553" algn="l"/>
      </a:tabLst>
      <a:defRPr sz="14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1088776" algn="l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633164" algn="l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2177552" algn="l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0:00 → 0:30</a:t>
            </a:r>
          </a:p>
          <a:p>
            <a:r>
              <a:t>Představení: "Vítejte u druhého dne Inspirativního pátku.</a:t>
            </a:r>
          </a:p>
          <a:p>
            <a:r>
              <a:t>Minule teorie. Dnes praxe. Jeden příběh z naší banky."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0:30 → 2:00</a:t>
            </a:r>
          </a:p>
          <a:p>
            <a:r>
              <a:t>"Minule jsme mluvili proč. Pět strachů. Pět principů. Pět příkladů ze světa.</a:t>
            </a:r>
          </a:p>
          <a:p>
            <a:r>
              <a:t>Dnes žádná teorie. Dnes uvidíte jeden skutečný projekt. Z naší banky."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2:00 → 5:00</a:t>
            </a:r>
          </a:p>
          <a:p>
            <a:r>
              <a:t>"Marek Podrabský, šéf Investment tribu. Potřeboval data pro kampaně.</a:t>
            </a:r>
          </a:p>
          <a:p>
            <a:r>
              <a:t>Měl dvě možnosti: zadat požadavek DWH a čekat měsíce. Nebo to zkusit jinak.</a:t>
            </a:r>
          </a:p>
          <a:p>
            <a:r>
              <a:t>Zkusil to jinak. Dnes má 13 datových produktů, 5 v produkci. Tohle je ten příběh."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5:00 → 6:00</a:t>
            </a:r>
          </a:p>
          <a:p>
            <a:r>
              <a:t>"Soňa si sedla s Karlem Černým — tím, kdo má v Investicích na starosti</a:t>
            </a:r>
          </a:p>
          <a:p>
            <a:r>
              <a:t>kampaně pro Sales Force. A místo stohů dokumentace začala u papíru."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6:00 → 10:00</a:t>
            </a:r>
          </a:p>
          <a:p>
            <a:r>
              <a:t>Soňa si sedla s Karlem Černým a místo stohů dokumentace začala u papíru.</a:t>
            </a:r>
          </a:p>
          <a:p>
            <a:r>
              <a:t>Vytvořila BKB — strukturovaný obraz chování byznysu na jednu A4.</a:t>
            </a:r>
          </a:p>
          <a:p>
            <a:r>
              <a:t>Výsledek: okamžité pochopení kontextu pro lidi i AI.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10:00 → 12:00</a:t>
            </a:r>
          </a:p>
          <a:p>
            <a:r>
              <a:t>BKB detail — celý diagram. Ukázat jak se domény dělí na subdomény a kandidátní oblasti.</a:t>
            </a:r>
          </a:p>
          <a:p>
            <a:r>
              <a:t>Domény → Subdomény → Kandidátní datové produkty.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10:00 → 11:00</a:t>
            </a:r>
          </a:p>
          <a:p>
            <a:r>
              <a:t>Z BKB byly identifikovány tři kandidátní datové produkty v subdoméně CRM.</a:t>
            </a:r>
          </a:p>
          <a:p>
            <a:r>
              <a:t>Klíčové je pojmenování — ne generický název jako DP_CUSTOMER, ale přesný název.</a:t>
            </a:r>
          </a:p>
          <a:p>
            <a:r>
              <a:t>Karel Černý se stal vlastníkem všech tří.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11:00 → 12:00</a:t>
            </a:r>
          </a:p>
          <a:p>
            <a:r>
              <a:t>Marketing Campaign Candidates — detail. Karel Černý vlastní tento produkt.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12:00 → 13:00</a:t>
            </a:r>
          </a:p>
          <a:p>
            <a:r>
              <a:t>Investment Agreement — detail. Druhý datový produkt ze subdomény CRM.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13:00 → 14:00</a:t>
            </a:r>
          </a:p>
          <a:p>
            <a:r>
              <a:t>Investment Customer Exposition — detail. Třetí datový produkt ze subdomény CRM.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14:00 → 17:00</a:t>
            </a:r>
          </a:p>
          <a:p>
            <a:r>
              <a:t>Side efekt strukturovaného BKB: AI nástroj z něj dokáže automaticky vygenerovat</a:t>
            </a:r>
          </a:p>
          <a:p>
            <a:r>
              <a:t>srozumitelnou textovou dokumentaci. Žádné ruční psaní Wordů.</a:t>
            </a:r>
          </a:p>
          <a:p>
            <a:r>
              <a:t>Důležité: jde o interní AI — data neopouštějí banku.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17:00 → 20:00</a:t>
            </a:r>
          </a:p>
          <a:p>
            <a:r>
              <a:t>Za BKB diagramem a AI dokumentací stojí automatizovaný pipeline:</a:t>
            </a:r>
          </a:p>
          <a:p>
            <a:r>
              <a:t>BKB → Concept Speak Text → Domain-Forge → Ontology-Lift → BKB Explorer.</a:t>
            </a:r>
          </a:p>
          <a:p>
            <a:r>
              <a:t>Celý pipeline běží automaticky. Analytik udělá workshop, výstup se přepíše</a:t>
            </a:r>
          </a:p>
          <a:p>
            <a:r>
              <a:t>do Concept Speak, a za hodinu existuje ontologie namapovaná na FIBO.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20:00 → 21:00</a:t>
            </a:r>
          </a:p>
          <a:p>
            <a:r>
              <a:t>"Máme obrázek. Máme oblasti. Ale jak z toho uděláme něco,</a:t>
            </a:r>
          </a:p>
          <a:p>
            <a:r>
              <a:t>co vývojář může vzít a postavit?"</a:t>
            </a:r>
          </a:p>
          <a:p>
            <a:r>
              <a:t>Lukáš předává Michalovi.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21:00 → 25:00</a:t>
            </a:r>
          </a:p>
          <a:p>
            <a:r>
              <a:t>MICHAL: Pro každý z těch tří produktů vznikl Data Product Canvas.</a:t>
            </a:r>
          </a:p>
          <a:p>
            <a:r>
              <a:t>Analytický dokument na jednu flipchart stránku — vše potřebné pro návrh.</a:t>
            </a:r>
          </a:p>
          <a:p>
            <a:r>
              <a:t>Canvas je záměrně vizuální a kompaktní — vzniká na workshopu, ne v dokumentu.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23:00 → 24:00</a:t>
            </a:r>
          </a:p>
          <a:p>
            <a:r>
              <a:t>Canvas — Marketing Campaign Candidates. Všechny atributy, zdroje, kvalitní metriky na jedné stránce.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24:00 → 24:30</a:t>
            </a:r>
          </a:p>
          <a:p>
            <a:r>
              <a:t>Canvas — Investment Agreement. Druhý Canvas ze subdomény CRM.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24:30 → 25:00</a:t>
            </a:r>
          </a:p>
          <a:p>
            <a:r>
              <a:t>Canvas — Investment Customer Exposition. Třetí Canvas ze subdomény CRM.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25:00 → 26:30</a:t>
            </a:r>
          </a:p>
          <a:p>
            <a:r>
              <a:t>MICHAL: Než jsme mohli napsat Data Contract, museli jsme se shodnout na slovníku.</a:t>
            </a:r>
          </a:p>
          <a:p>
            <a:r>
              <a:t>Business Glossary = co které slovo znamená. Ontologie = jak spolu věci souvisí.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26:30 → 28:00</a:t>
            </a:r>
          </a:p>
          <a:p>
            <a:r>
              <a:t>MICHAL: Společný jazyk funguje díky doménové hierarchii.</a:t>
            </a:r>
          </a:p>
          <a:p>
            <a:r>
              <a:t>Klíčový princip: podmnožiny. Každá nižší úroveň je podmnožinou vyšší.</a:t>
            </a:r>
          </a:p>
          <a:p>
            <a:r>
              <a:t>Marketing Campaign Candidate ⊂ MIB ⊂ RBCZ ⊂ FIBO.</a:t>
            </a:r>
          </a:p>
          <a:p>
            <a:r>
              <a:t>Představte si analytika: "Kolik máme klientů za RBCZ?"</a:t>
            </a:r>
          </a:p>
          <a:p>
            <a:r>
              <a:t>Se společným jazykem ví přesně, jak na to.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28:00 → 31:00</a:t>
            </a:r>
          </a:p>
          <a:p>
            <a:r>
              <a:t>MICHAL: Z DP Canvasu vzniká Data Contract — .yml soubor verzovaný na GitHubu.</a:t>
            </a:r>
          </a:p>
          <a:p>
            <a:r>
              <a:t>Contract píše ručně datový architekt (Michal) společně s vlastníkem produktu (Karel).</a:t>
            </a:r>
          </a:p>
          <a:p>
            <a:r>
              <a:t>Žádný automat, žádná magie — člověk sedí a píše smlouvu.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31:00 → 34:00</a:t>
            </a:r>
          </a:p>
          <a:p>
            <a:r>
              <a:t>MICHAL: DPCC je centrální katalog všech datových produktů v bance.</a:t>
            </a:r>
          </a:p>
          <a:p>
            <a:r>
              <a:t>Konzument si najde produkt, přečte Data Contract, a připojí se za 5 minut.</a:t>
            </a:r>
          </a:p>
          <a:p>
            <a:r>
              <a:t>AI self-service umožňuje klást otázky v přirozeném jazyce.</a:t>
            </a:r>
          </a:p>
          <a:p>
            <a:r>
              <a:t>Upřímnost: Maturity Score je zatím malé — jsme na začátku. Ale systém funguje.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34:00 → 37:00</a:t>
            </a:r>
          </a:p>
          <a:p>
            <a:r>
              <a:t>ROMAN: Klasická governance funguje jako schvalovací proces. V decentralizovaném</a:t>
            </a:r>
          </a:p>
          <a:p>
            <a:r>
              <a:t>modelu governance není proces, ale smlouva jako kód. Data Contract JE governance.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37:00 → 38:00</a:t>
            </a:r>
          </a:p>
          <a:p>
            <a:r>
              <a:t>"Máme kontrakt. Máme design. Teď to musíme postavit a dostat do produkce."</a:t>
            </a:r>
          </a:p>
          <a:p>
            <a:r>
              <a:t>Lukáš předává Evženovi.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38:00 → 42:00</a:t>
            </a:r>
          </a:p>
          <a:p>
            <a:r>
              <a:t>EVŽEN: DMT dodal solution architekturu — immutabilita, bitemporalita, read-only, multimodalita.</a:t>
            </a:r>
          </a:p>
          <a:p>
            <a:r>
              <a:t>Konkrétní příklad bitemporality: klient změní adresu 1. března. S bitemporalitou víš obojí:</a:t>
            </a:r>
          </a:p>
          <a:p>
            <a:r>
              <a:t>adresa platila od ledna do března (business time), o změně ses dozvěděl 5. března (system time).</a:t>
            </a:r>
          </a:p>
          <a:p>
            <a:r>
              <a:t>APEX je bezpečnostní nástavba nad Databricks.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42:00 → 47:00</a:t>
            </a:r>
          </a:p>
          <a:p>
            <a:r>
              <a:t>EVŽEN: Tady se explicitně odpovídá na strach "Nemáme na to lidi".</a:t>
            </a:r>
          </a:p>
          <a:p>
            <a:r>
              <a:t>Podrabský nemá v týmu datové inženýry. Ale nepotřebuje je.</a:t>
            </a:r>
          </a:p>
          <a:p>
            <a:r>
              <a:t>DMT funguje jako enablement tým — dává ostatním nástroje.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47:00 → 50:00</a:t>
            </a:r>
          </a:p>
          <a:p>
            <a:r>
              <a:t>LUKÁŠ: Ne každý tribe má full stack kapacity jako MIB. Proto existují tři módy.</a:t>
            </a:r>
          </a:p>
          <a:p>
            <a:r>
              <a:t>Klíčové sdělení: DWH nezmizí. Změní se role — z centrálního dodavatele na platformu.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50:00 → 55:00</a:t>
            </a:r>
          </a:p>
          <a:p>
            <a:r>
              <a:t>ANITA: Databricks Unity Catalog řídí přístupy, verzování a metadata.</a:t>
            </a:r>
          </a:p>
          <a:p>
            <a:r>
              <a:t>FinOps — transparentní přehled nákladů per datový produkt.</a:t>
            </a:r>
          </a:p>
          <a:p>
            <a:r>
              <a:t>Vlastník domény přesně vidí, kolik ho jeho datové produkty stojí.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APEX infrastruktura — Databricks Unity Catalog.</a:t>
            </a:r>
          </a:p>
          <a:p>
            <a:r>
              <a:t>Bezpečnostní nástavba nad Databricks. Workspace per doména.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FinOps reporting per datový produkt.</a:t>
            </a:r>
          </a:p>
          <a:p>
            <a:r>
              <a:t>Vlastník domény přesně vidí, kolik ho jeho datové produkty stojí.</a:t>
            </a:r>
          </a:p>
          <a:p>
            <a:r>
              <a:t>Žádné překvapení na konci kvartálu.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53:00 → 55:00</a:t>
            </a:r>
          </a:p>
          <a:p>
            <a:r>
              <a:t>BÁRA: Data Quality kontroly jsou součástí pipeline, ne samostatný manuální proces.</a:t>
            </a:r>
          </a:p>
          <a:p>
            <a:r>
              <a:t>Pokud kontrola selže, pipeline se zastaví a vlastník je notifikován.</a:t>
            </a:r>
          </a:p>
          <a:p>
            <a:r>
              <a:t>Princip: vlastník dat = zodpovědný za kvalitu svých dat.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55:00 → 60:00 (5 min break)</a:t>
            </a:r>
          </a:p>
          <a:p>
            <a:r>
              <a:t>CLIFFHANGER: "Produkt je v produkci. Kontrakt podepsaný. Platforma běží.</a:t>
            </a:r>
          </a:p>
          <a:p>
            <a:r>
              <a:t>Všechno vypadá krásně. Po pauze uvidíte, co se stane, když přijde někdo z Retailu."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60:00 → 61:00</a:t>
            </a:r>
          </a:p>
          <a:p>
            <a:r>
              <a:t>"Všechno vypadá krásně. A pak přijde Dušan Psotný z Retailu."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61:00 → 64:00</a:t>
            </a:r>
          </a:p>
          <a:p>
            <a:r>
              <a:t>Dušan Psotný pracuje v Retailu. Potřebuje data o zákaznících Investic.</a:t>
            </a:r>
          </a:p>
          <a:p>
            <a:r>
              <a:t>Produkt se jmenoval DP_CUSTOMER — Dušan čekal všechny zákazníky, dostal</a:t>
            </a:r>
          </a:p>
          <a:p>
            <a:r>
              <a:t>jen kampaňové kandidáty. Toto je přesně ten scénář, kterého se lidé bojí.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64:00 → 66:00</a:t>
            </a:r>
          </a:p>
          <a:p>
            <a:r>
              <a:t>Dušan otevře DPCC AI self-service a zeptá se: "Jaká data o klientech Investic existují?"</a:t>
            </a:r>
          </a:p>
          <a:p>
            <a:r>
              <a:t>AI mu odpoví na základě registrovaných Data Contractů. Dušan okamžitě vidí:</a:t>
            </a:r>
          </a:p>
          <a:p>
            <a:r>
              <a:t>co existuje a co ne, přesný scope každého produktu, kdo je vlastník.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66:00 → 69:00</a:t>
            </a:r>
          </a:p>
          <a:p>
            <a:r>
              <a:t>Právě proto existuje BKB a Business Glossary. Produkt se nejmenuje DP_CUSTOMER</a:t>
            </a:r>
          </a:p>
          <a:p>
            <a:r>
              <a:t>ale Marketing Campaign Candidates. Subset princip z ontologie vysvětluje proč.</a:t>
            </a:r>
          </a:p>
          <a:p>
            <a:r>
              <a:t>Dušanův požadavek se stal novým kandidátem v BKB — za měsíc má první Canvas.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72:00 → 74:00</a:t>
            </a:r>
          </a:p>
          <a:p>
            <a:r>
              <a:t>LUKÁŠ: Tohle je shrnutí pro vývojáře a IT.</a:t>
            </a:r>
          </a:p>
          <a:p>
            <a:r>
              <a:t>BKB a Canvas = konec hádání co tím básník myslel.</a:t>
            </a:r>
          </a:p>
          <a:p>
            <a:r>
              <a:t>Data Contract = Unit Test na steroidech — definuje schéma a kvalitu.</a:t>
            </a:r>
          </a:p>
          <a:p>
            <a:r>
              <a:t>Sandbox za 5 minut z contractu.</a:t>
            </a:r>
          </a:p>
          <a:p>
            <a:r>
              <a:t>Enablement tým řeší infrastrukturu, vy řešíte byznys logiku.</a:t>
            </a:r>
          </a:p>
          <a:p>
            <a:r>
              <a:t>Contract chrání scope — obrana proti Feature Creep (Dušanův efekt).</a:t>
            </a:r>
          </a:p>
          <a:p>
            <a:r>
              <a:t>A dokumentaci generuje AI z artefaktů, které už existují.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72:00 → 76:00</a:t>
            </a:r>
          </a:p>
          <a:p>
            <a:r>
              <a:t>LUKÁŠ: V RBCZ je dnes 79 datových produktů v 7 subdoménách.</a:t>
            </a:r>
          </a:p>
          <a:p>
            <a:r>
              <a:t>68 kandidátních, 5 ve vývoji, 6 v produkci. MIB vede s 5 produkty.</a:t>
            </a:r>
          </a:p>
          <a:p>
            <a:r>
              <a:t>12 paralelních projektů nad jedním týmem — Kanban drží přehled.</a:t>
            </a:r>
          </a:p>
          <a:p>
            <a:r>
              <a:t>Vzorec se opakuje: nejdřív MIB, pak Retail (Dušan), teď Finance chtějí totéž.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76:00 → 79:00</a:t>
            </a:r>
          </a:p>
          <a:p>
            <a:r>
              <a:t>"Viděli jste jeden příběh. Od Markovy potřeby přes BKB, kanvas, kontrakt,</a:t>
            </a:r>
          </a:p>
          <a:p>
            <a:r>
              <a:t>platformu, střet s realitou, až po řízení dvanácti projektů.</a:t>
            </a:r>
          </a:p>
          <a:p>
            <a:r>
              <a:t>Pět strachů. Pět odpovědí. Všechny z jednoho příběhu."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79:00 → 81:00</a:t>
            </a:r>
          </a:p>
          <a:p>
            <a:r>
              <a:t>"Decentralizace není chaos. Je to jiný řád. A vy jste jeho součástí.</a:t>
            </a:r>
          </a:p>
          <a:p>
            <a:r>
              <a:t>Minule jsem to řekl jako teorii. Dnes jste viděli důkaz."</a:t>
            </a:r>
          </a:p>
          <a:p>
            <a:r>
              <a:t>(Pauza, nechat doznít.)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81:00 → 88:00</a:t>
            </a:r>
          </a:p>
          <a:p>
            <a:r>
              <a:t>Otázky z publika a chatu. Speakeři odpovídají ke svým kapitolám:</a:t>
            </a:r>
          </a:p>
          <a:p>
            <a:r>
              <a:t>Lukáš — BKB, pipeline, 3 módy, Kanban</a:t>
            </a:r>
          </a:p>
          <a:p>
            <a:r>
              <a:t>Michal — Canvas, Contract, AI self-service</a:t>
            </a:r>
          </a:p>
          <a:p>
            <a:r>
              <a:t>Roman — Governance</a:t>
            </a:r>
          </a:p>
          <a:p>
            <a:r>
              <a:t>Evžen — Platforma, CI/CD</a:t>
            </a:r>
          </a:p>
          <a:p>
            <a:r>
              <a:t>Anita — FinOps</a:t>
            </a:r>
          </a:p>
          <a:p>
            <a:r>
              <a:t>Bára — Data Quality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5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1CDBDFE0-F6BE-4505-5501-D1704EE197C0}"/>
              </a:ext>
            </a:extLst>
          </p:cNvPr>
          <p:cNvSpPr/>
          <p:nvPr userDrawn="1"/>
        </p:nvSpPr>
        <p:spPr>
          <a:xfrm>
            <a:off x="3505299" y="742548"/>
            <a:ext cx="4786029" cy="6117040"/>
          </a:xfrm>
          <a:custGeom>
            <a:avLst/>
            <a:gdLst>
              <a:gd name="connsiteX0" fmla="*/ 890402 w 3920791"/>
              <a:gd name="connsiteY0" fmla="*/ 79 h 5011176"/>
              <a:gd name="connsiteX1" fmla="*/ 1296848 w 3920791"/>
              <a:gd name="connsiteY1" fmla="*/ 178245 h 5011176"/>
              <a:gd name="connsiteX2" fmla="*/ 3920791 w 3920791"/>
              <a:gd name="connsiteY2" fmla="*/ 2793425 h 5011176"/>
              <a:gd name="connsiteX3" fmla="*/ 1703038 w 3920791"/>
              <a:gd name="connsiteY3" fmla="*/ 5011176 h 5011176"/>
              <a:gd name="connsiteX4" fmla="*/ 0 w 3920791"/>
              <a:gd name="connsiteY4" fmla="*/ 5011176 h 5011176"/>
              <a:gd name="connsiteX5" fmla="*/ 2202835 w 3920791"/>
              <a:gd name="connsiteY5" fmla="*/ 2798191 h 5011176"/>
              <a:gd name="connsiteX6" fmla="*/ 4577 w 3920791"/>
              <a:gd name="connsiteY6" fmla="*/ 593181 h 5011176"/>
              <a:gd name="connsiteX7" fmla="*/ 439243 w 3920791"/>
              <a:gd name="connsiteY7" fmla="*/ 161008 h 5011176"/>
              <a:gd name="connsiteX8" fmla="*/ 890402 w 3920791"/>
              <a:gd name="connsiteY8" fmla="*/ 79 h 5011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20791" h="5011176">
                <a:moveTo>
                  <a:pt x="890402" y="79"/>
                </a:moveTo>
                <a:cubicBezTo>
                  <a:pt x="1082295" y="2952"/>
                  <a:pt x="1194521" y="97494"/>
                  <a:pt x="1296848" y="178245"/>
                </a:cubicBezTo>
                <a:lnTo>
                  <a:pt x="3920791" y="2793425"/>
                </a:lnTo>
                <a:lnTo>
                  <a:pt x="1703038" y="5011176"/>
                </a:lnTo>
                <a:lnTo>
                  <a:pt x="0" y="5011176"/>
                </a:lnTo>
                <a:lnTo>
                  <a:pt x="2202835" y="2798191"/>
                </a:lnTo>
                <a:lnTo>
                  <a:pt x="4577" y="593181"/>
                </a:lnTo>
                <a:lnTo>
                  <a:pt x="439243" y="161008"/>
                </a:lnTo>
                <a:cubicBezTo>
                  <a:pt x="531197" y="73914"/>
                  <a:pt x="698509" y="-2794"/>
                  <a:pt x="890402" y="79"/>
                </a:cubicBezTo>
                <a:close/>
              </a:path>
            </a:pathLst>
          </a:cu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12839" y="3448559"/>
            <a:ext cx="6236876" cy="443198"/>
          </a:xfr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3200" b="1" spc="-3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010504" y="4383026"/>
            <a:ext cx="5022633" cy="236988"/>
          </a:xfrm>
        </p:spPr>
        <p:txBody>
          <a:bodyPr wrap="square">
            <a:spAutoFit/>
          </a:bodyPr>
          <a:lstStyle>
            <a:lvl1pPr marL="0" marR="0" indent="0" algn="l" defTabSz="1088776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1012380" y="6198905"/>
            <a:ext cx="5212966" cy="2590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algn="l" rtl="0" fontAlgn="base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lang="en-US" sz="800" b="0">
                <a:solidFill>
                  <a:schemeClr val="tx2"/>
                </a:solidFill>
                <a:latin typeface="Amalia Medium" pitchFamily="34" charset="0"/>
                <a:ea typeface="+mn-ea"/>
                <a:cs typeface="+mn-cs"/>
              </a:rPr>
              <a:t>Confidential and proprietary</a:t>
            </a:r>
          </a:p>
          <a:p>
            <a:pPr lvl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Any use of this material without specific permission of </a:t>
            </a:r>
            <a:r>
              <a:rPr lang="en-US" sz="800" b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Raiffeisen</a:t>
            </a:r>
            <a:r>
              <a:rPr lang="en-US" sz="800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Bank is strictly prohibited.</a:t>
            </a:r>
            <a:endParaRPr lang="en-GB" sz="800" b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Freeform 9"/>
          <p:cNvSpPr/>
          <p:nvPr userDrawn="1"/>
        </p:nvSpPr>
        <p:spPr>
          <a:xfrm flipH="1">
            <a:off x="8830621" y="1282649"/>
            <a:ext cx="1518724" cy="2169917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 descr="BlackLogo.png">
            <a:extLst>
              <a:ext uri="{FF2B5EF4-FFF2-40B4-BE49-F238E27FC236}">
                <a16:creationId xmlns:a16="http://schemas.microsoft.com/office/drawing/2014/main" id="{26E1E3E9-5EF1-D01A-BE86-BFED1E8DD2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36947" y="261442"/>
            <a:ext cx="1326781" cy="33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902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4282424" y="3019042"/>
            <a:ext cx="4551468" cy="886397"/>
          </a:xfr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3200" b="1" spc="-3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280088" y="4358216"/>
            <a:ext cx="4552723" cy="269304"/>
          </a:xfrm>
        </p:spPr>
        <p:txBody>
          <a:bodyPr wrap="square">
            <a:spAutoFit/>
          </a:bodyPr>
          <a:lstStyle>
            <a:lvl1pPr marL="0" marR="0" indent="0" algn="l" defTabSz="1088776" rtl="0" eaLnBrk="1" fontAlgn="base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1012380" y="6198905"/>
            <a:ext cx="5212966" cy="2590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algn="l" rtl="0" fontAlgn="base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lang="en-US" sz="800" b="0">
                <a:solidFill>
                  <a:schemeClr val="tx2"/>
                </a:solidFill>
                <a:latin typeface="Amalia Medium" pitchFamily="34" charset="0"/>
                <a:ea typeface="+mn-ea"/>
                <a:cs typeface="+mn-cs"/>
              </a:rPr>
              <a:t>Confidential and proprietary</a:t>
            </a:r>
          </a:p>
          <a:p>
            <a:pPr lvl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Any use of this material without specific permission of </a:t>
            </a:r>
            <a:r>
              <a:rPr lang="en-US" sz="800" b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Raiffeisen</a:t>
            </a:r>
            <a:r>
              <a:rPr lang="en-US" sz="800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Bank is strictly prohibited.</a:t>
            </a:r>
            <a:endParaRPr lang="en-GB" sz="800" b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/>
          <p:nvPr userDrawn="1"/>
        </p:nvSpPr>
        <p:spPr>
          <a:xfrm>
            <a:off x="835702" y="1370722"/>
            <a:ext cx="2881080" cy="4116430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Freeform 9"/>
          <p:cNvSpPr/>
          <p:nvPr userDrawn="1"/>
        </p:nvSpPr>
        <p:spPr>
          <a:xfrm flipH="1">
            <a:off x="9162660" y="1037943"/>
            <a:ext cx="1627573" cy="2325438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 descr="BlackLogo.png">
            <a:extLst>
              <a:ext uri="{FF2B5EF4-FFF2-40B4-BE49-F238E27FC236}">
                <a16:creationId xmlns:a16="http://schemas.microsoft.com/office/drawing/2014/main" id="{869DBAC2-5478-F694-E417-59154DEAC3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36947" y="261442"/>
            <a:ext cx="1326781" cy="33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195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3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94E4B868-0131-AEB9-0D59-6EE382F9392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auto">
          <a:xfrm>
            <a:off x="-1" y="0"/>
            <a:ext cx="12195178" cy="6859588"/>
          </a:xfrm>
          <a:custGeom>
            <a:avLst/>
            <a:gdLst>
              <a:gd name="connsiteX0" fmla="*/ 12195175 w 12195178"/>
              <a:gd name="connsiteY0" fmla="*/ 6857391 h 6859588"/>
              <a:gd name="connsiteX1" fmla="*/ 12195178 w 12195178"/>
              <a:gd name="connsiteY1" fmla="*/ 6859588 h 6859588"/>
              <a:gd name="connsiteX2" fmla="*/ 12195175 w 12195178"/>
              <a:gd name="connsiteY2" fmla="*/ 6859588 h 6859588"/>
              <a:gd name="connsiteX3" fmla="*/ 0 w 12195178"/>
              <a:gd name="connsiteY3" fmla="*/ 0 h 6859588"/>
              <a:gd name="connsiteX4" fmla="*/ 12195175 w 12195178"/>
              <a:gd name="connsiteY4" fmla="*/ 0 h 6859588"/>
              <a:gd name="connsiteX5" fmla="*/ 12195175 w 12195178"/>
              <a:gd name="connsiteY5" fmla="*/ 6857391 h 6859588"/>
              <a:gd name="connsiteX6" fmla="*/ 12192340 w 12195178"/>
              <a:gd name="connsiteY6" fmla="*/ 4840917 h 6859588"/>
              <a:gd name="connsiteX7" fmla="*/ 11898506 w 12195178"/>
              <a:gd name="connsiteY7" fmla="*/ 4545015 h 6859588"/>
              <a:gd name="connsiteX8" fmla="*/ 11651193 w 12195178"/>
              <a:gd name="connsiteY8" fmla="*/ 4414806 h 6859588"/>
              <a:gd name="connsiteX9" fmla="*/ 1656 w 12195178"/>
              <a:gd name="connsiteY9" fmla="*/ 4420070 h 6859588"/>
              <a:gd name="connsiteX10" fmla="*/ 0 w 12195178"/>
              <a:gd name="connsiteY10" fmla="*/ 6859588 h 6859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5178" h="6859588">
                <a:moveTo>
                  <a:pt x="12195175" y="6857391"/>
                </a:moveTo>
                <a:lnTo>
                  <a:pt x="12195178" y="6859588"/>
                </a:lnTo>
                <a:lnTo>
                  <a:pt x="12195175" y="6859588"/>
                </a:lnTo>
                <a:close/>
                <a:moveTo>
                  <a:pt x="0" y="0"/>
                </a:moveTo>
                <a:lnTo>
                  <a:pt x="12195175" y="0"/>
                </a:lnTo>
                <a:lnTo>
                  <a:pt x="12195175" y="6857391"/>
                </a:lnTo>
                <a:lnTo>
                  <a:pt x="12192340" y="4840917"/>
                </a:lnTo>
                <a:lnTo>
                  <a:pt x="11898506" y="4545015"/>
                </a:lnTo>
                <a:cubicBezTo>
                  <a:pt x="11801963" y="4444425"/>
                  <a:pt x="11762948" y="4423768"/>
                  <a:pt x="11651193" y="4414806"/>
                </a:cubicBezTo>
                <a:cubicBezTo>
                  <a:pt x="11353048" y="4416581"/>
                  <a:pt x="299801" y="4418295"/>
                  <a:pt x="1656" y="4420070"/>
                </a:cubicBezTo>
                <a:lnTo>
                  <a:pt x="0" y="6859588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r>
              <a:rPr lang="cs-CZ"/>
              <a:t>Kliknutím na ikonu přidáte obrázek.</a:t>
            </a:r>
            <a:endParaRPr lang="en-AT"/>
          </a:p>
        </p:txBody>
      </p:sp>
      <p:sp>
        <p:nvSpPr>
          <p:cNvPr id="9" name="Freeform 8"/>
          <p:cNvSpPr/>
          <p:nvPr userDrawn="1"/>
        </p:nvSpPr>
        <p:spPr>
          <a:xfrm rot="16200000">
            <a:off x="4875195" y="-460392"/>
            <a:ext cx="2444782" cy="12195178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3513"/>
              <a:gd name="connsiteY0" fmla="*/ 12219678 h 12221418"/>
              <a:gd name="connsiteX1" fmla="*/ 5575577 w 5993513"/>
              <a:gd name="connsiteY1" fmla="*/ 12221418 h 12221418"/>
              <a:gd name="connsiteX2" fmla="*/ 5887032 w 5993513"/>
              <a:gd name="connsiteY2" fmla="*/ 11907300 h 12221418"/>
              <a:gd name="connsiteX3" fmla="*/ 5993513 w 5993513"/>
              <a:gd name="connsiteY3" fmla="*/ 11704988 h 12221418"/>
              <a:gd name="connsiteX4" fmla="*/ 5987780 w 5993513"/>
              <a:gd name="connsiteY4" fmla="*/ 0 h 12221418"/>
              <a:gd name="connsiteX5" fmla="*/ 1 w 5993513"/>
              <a:gd name="connsiteY5" fmla="*/ 5360090 h 12221418"/>
              <a:gd name="connsiteX6" fmla="*/ 0 w 5993513"/>
              <a:gd name="connsiteY6" fmla="*/ 12219678 h 12221418"/>
              <a:gd name="connsiteX0" fmla="*/ 3542284 w 5993512"/>
              <a:gd name="connsiteY0" fmla="*/ 12215762 h 12221418"/>
              <a:gd name="connsiteX1" fmla="*/ 5575576 w 5993512"/>
              <a:gd name="connsiteY1" fmla="*/ 12221418 h 12221418"/>
              <a:gd name="connsiteX2" fmla="*/ 5887031 w 5993512"/>
              <a:gd name="connsiteY2" fmla="*/ 11907300 h 12221418"/>
              <a:gd name="connsiteX3" fmla="*/ 5993512 w 5993512"/>
              <a:gd name="connsiteY3" fmla="*/ 11704988 h 12221418"/>
              <a:gd name="connsiteX4" fmla="*/ 5987779 w 5993512"/>
              <a:gd name="connsiteY4" fmla="*/ 0 h 12221418"/>
              <a:gd name="connsiteX5" fmla="*/ 0 w 5993512"/>
              <a:gd name="connsiteY5" fmla="*/ 5360090 h 12221418"/>
              <a:gd name="connsiteX6" fmla="*/ 3542284 w 5993512"/>
              <a:gd name="connsiteY6" fmla="*/ 12215762 h 12221418"/>
              <a:gd name="connsiteX0" fmla="*/ 0 w 2451228"/>
              <a:gd name="connsiteY0" fmla="*/ 12215762 h 12221418"/>
              <a:gd name="connsiteX1" fmla="*/ 2033292 w 2451228"/>
              <a:gd name="connsiteY1" fmla="*/ 12221418 h 12221418"/>
              <a:gd name="connsiteX2" fmla="*/ 2344747 w 2451228"/>
              <a:gd name="connsiteY2" fmla="*/ 11907300 h 12221418"/>
              <a:gd name="connsiteX3" fmla="*/ 2451228 w 2451228"/>
              <a:gd name="connsiteY3" fmla="*/ 11704988 h 12221418"/>
              <a:gd name="connsiteX4" fmla="*/ 2445495 w 2451228"/>
              <a:gd name="connsiteY4" fmla="*/ 0 h 12221418"/>
              <a:gd name="connsiteX5" fmla="*/ 0 w 2451228"/>
              <a:gd name="connsiteY5" fmla="*/ 20584 h 12221418"/>
              <a:gd name="connsiteX6" fmla="*/ 0 w 2451228"/>
              <a:gd name="connsiteY6" fmla="*/ 12215762 h 12221418"/>
              <a:gd name="connsiteX0" fmla="*/ 0 w 2451228"/>
              <a:gd name="connsiteY0" fmla="*/ 12202114 h 12207770"/>
              <a:gd name="connsiteX1" fmla="*/ 2033292 w 2451228"/>
              <a:gd name="connsiteY1" fmla="*/ 12207770 h 12207770"/>
              <a:gd name="connsiteX2" fmla="*/ 2344747 w 2451228"/>
              <a:gd name="connsiteY2" fmla="*/ 11893652 h 12207770"/>
              <a:gd name="connsiteX3" fmla="*/ 2451228 w 2451228"/>
              <a:gd name="connsiteY3" fmla="*/ 11691340 h 12207770"/>
              <a:gd name="connsiteX4" fmla="*/ 2441055 w 2451228"/>
              <a:gd name="connsiteY4" fmla="*/ 0 h 12207770"/>
              <a:gd name="connsiteX5" fmla="*/ 0 w 2451228"/>
              <a:gd name="connsiteY5" fmla="*/ 6936 h 12207770"/>
              <a:gd name="connsiteX6" fmla="*/ 0 w 2451228"/>
              <a:gd name="connsiteY6" fmla="*/ 12202114 h 12207770"/>
              <a:gd name="connsiteX0" fmla="*/ 0 w 2451228"/>
              <a:gd name="connsiteY0" fmla="*/ 12195178 h 12200834"/>
              <a:gd name="connsiteX1" fmla="*/ 2033292 w 2451228"/>
              <a:gd name="connsiteY1" fmla="*/ 12200834 h 12200834"/>
              <a:gd name="connsiteX2" fmla="*/ 2344747 w 2451228"/>
              <a:gd name="connsiteY2" fmla="*/ 11886716 h 12200834"/>
              <a:gd name="connsiteX3" fmla="*/ 2451228 w 2451228"/>
              <a:gd name="connsiteY3" fmla="*/ 11684404 h 12200834"/>
              <a:gd name="connsiteX4" fmla="*/ 2439518 w 2451228"/>
              <a:gd name="connsiteY4" fmla="*/ 1656 h 12200834"/>
              <a:gd name="connsiteX5" fmla="*/ 0 w 2451228"/>
              <a:gd name="connsiteY5" fmla="*/ 0 h 12200834"/>
              <a:gd name="connsiteX6" fmla="*/ 0 w 2451228"/>
              <a:gd name="connsiteY6" fmla="*/ 12195178 h 12200834"/>
              <a:gd name="connsiteX0" fmla="*/ 0 w 2451228"/>
              <a:gd name="connsiteY0" fmla="*/ 12195178 h 12195178"/>
              <a:gd name="connsiteX1" fmla="*/ 2018671 w 2451228"/>
              <a:gd name="connsiteY1" fmla="*/ 12192340 h 12195178"/>
              <a:gd name="connsiteX2" fmla="*/ 2344747 w 2451228"/>
              <a:gd name="connsiteY2" fmla="*/ 11886716 h 12195178"/>
              <a:gd name="connsiteX3" fmla="*/ 2451228 w 2451228"/>
              <a:gd name="connsiteY3" fmla="*/ 11684404 h 12195178"/>
              <a:gd name="connsiteX4" fmla="*/ 2439518 w 2451228"/>
              <a:gd name="connsiteY4" fmla="*/ 1656 h 12195178"/>
              <a:gd name="connsiteX5" fmla="*/ 0 w 2451228"/>
              <a:gd name="connsiteY5" fmla="*/ 0 h 12195178"/>
              <a:gd name="connsiteX6" fmla="*/ 0 w 2451228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44747 w 2444782"/>
              <a:gd name="connsiteY2" fmla="*/ 1188671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44782" h="12195178">
                <a:moveTo>
                  <a:pt x="0" y="12195178"/>
                </a:moveTo>
                <a:lnTo>
                  <a:pt x="2018671" y="12192340"/>
                </a:lnTo>
                <a:lnTo>
                  <a:pt x="2314573" y="11898506"/>
                </a:lnTo>
                <a:cubicBezTo>
                  <a:pt x="2415163" y="11801963"/>
                  <a:pt x="2435820" y="11762948"/>
                  <a:pt x="2444782" y="11651193"/>
                </a:cubicBezTo>
                <a:cubicBezTo>
                  <a:pt x="2443007" y="11353048"/>
                  <a:pt x="2441293" y="299801"/>
                  <a:pt x="2439518" y="1656"/>
                </a:cubicBezTo>
                <a:lnTo>
                  <a:pt x="0" y="0"/>
                </a:lnTo>
                <a:lnTo>
                  <a:pt x="0" y="1219517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107272" y="5125196"/>
            <a:ext cx="6816191" cy="360099"/>
          </a:xfr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2600" b="1" spc="-3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07272" y="5875994"/>
            <a:ext cx="6816191" cy="203133"/>
          </a:xfrm>
        </p:spPr>
        <p:txBody>
          <a:bodyPr wrap="square">
            <a:spAutoFit/>
          </a:bodyPr>
          <a:lstStyle>
            <a:lvl1pPr marL="0" marR="0" indent="0" algn="l" defTabSz="1088776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7" name="Freeform 6"/>
          <p:cNvSpPr/>
          <p:nvPr userDrawn="1"/>
        </p:nvSpPr>
        <p:spPr>
          <a:xfrm>
            <a:off x="10758248" y="4982389"/>
            <a:ext cx="1009356" cy="1442147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 descr="BlackLogo.png">
            <a:extLst>
              <a:ext uri="{FF2B5EF4-FFF2-40B4-BE49-F238E27FC236}">
                <a16:creationId xmlns:a16="http://schemas.microsoft.com/office/drawing/2014/main" id="{865686CF-18D7-AD5E-1E77-F7D60C38999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36947" y="5108559"/>
            <a:ext cx="1326781" cy="33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150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Contents">
    <p:bg>
      <p:bgPr>
        <a:solidFill>
          <a:srgbClr val="F8F6F2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/>
          <p:cNvSpPr/>
          <p:nvPr userDrawn="1"/>
        </p:nvSpPr>
        <p:spPr>
          <a:xfrm>
            <a:off x="0" y="0"/>
            <a:ext cx="4071938" cy="6861328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233540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925826 w 5997764"/>
              <a:gd name="connsiteY5" fmla="*/ 0 h 6861328"/>
              <a:gd name="connsiteX6" fmla="*/ 0 w 5997764"/>
              <a:gd name="connsiteY6" fmla="*/ 6859588 h 6861328"/>
              <a:gd name="connsiteX0" fmla="*/ 0 w 4071938"/>
              <a:gd name="connsiteY0" fmla="*/ 6859588 h 6861328"/>
              <a:gd name="connsiteX1" fmla="*/ 3649751 w 4071938"/>
              <a:gd name="connsiteY1" fmla="*/ 6861328 h 6861328"/>
              <a:gd name="connsiteX2" fmla="*/ 3961206 w 4071938"/>
              <a:gd name="connsiteY2" fmla="*/ 6547210 h 6861328"/>
              <a:gd name="connsiteX3" fmla="*/ 4067687 w 4071938"/>
              <a:gd name="connsiteY3" fmla="*/ 6344898 h 6861328"/>
              <a:gd name="connsiteX4" fmla="*/ 4070163 w 4071938"/>
              <a:gd name="connsiteY4" fmla="*/ 0 h 6861328"/>
              <a:gd name="connsiteX5" fmla="*/ 0 w 4071938"/>
              <a:gd name="connsiteY5" fmla="*/ 0 h 6861328"/>
              <a:gd name="connsiteX6" fmla="*/ 0 w 4071938"/>
              <a:gd name="connsiteY6" fmla="*/ 6859588 h 686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938" h="6861328">
                <a:moveTo>
                  <a:pt x="0" y="6859588"/>
                </a:moveTo>
                <a:lnTo>
                  <a:pt x="3649751" y="6861328"/>
                </a:lnTo>
                <a:lnTo>
                  <a:pt x="3961206" y="6547210"/>
                </a:lnTo>
                <a:cubicBezTo>
                  <a:pt x="4028146" y="6480608"/>
                  <a:pt x="4067626" y="6394128"/>
                  <a:pt x="4067687" y="6344898"/>
                </a:cubicBezTo>
                <a:cubicBezTo>
                  <a:pt x="4065912" y="6046753"/>
                  <a:pt x="4071938" y="298145"/>
                  <a:pt x="4070163" y="0"/>
                </a:cubicBezTo>
                <a:lnTo>
                  <a:pt x="0" y="0"/>
                </a:lnTo>
                <a:lnTo>
                  <a:pt x="0" y="6859588"/>
                </a:lnTo>
                <a:close/>
              </a:path>
            </a:pathLst>
          </a:cu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4433887" y="2493690"/>
            <a:ext cx="7332663" cy="3465785"/>
          </a:xfrm>
        </p:spPr>
        <p:txBody>
          <a:bodyPr numCol="2" spcCol="144000"/>
          <a:lstStyle>
            <a:lvl1pPr marL="406400" indent="-406400">
              <a:spcBef>
                <a:spcPts val="2100"/>
              </a:spcBef>
              <a:spcAft>
                <a:spcPts val="0"/>
              </a:spcAft>
              <a:buFont typeface="+mj-lt"/>
              <a:buAutoNum type="arabicPeriod"/>
              <a:defRPr sz="1800">
                <a:solidFill>
                  <a:schemeClr val="tx2"/>
                </a:solidFill>
              </a:defRPr>
            </a:lvl1pPr>
            <a:lvl2pPr marL="579438" indent="-179388">
              <a:spcBef>
                <a:spcPts val="400"/>
              </a:spcBef>
              <a:defRPr>
                <a:solidFill>
                  <a:schemeClr val="tx2"/>
                </a:solidFill>
              </a:defRPr>
            </a:lvl2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439440" y="2144924"/>
            <a:ext cx="1944216" cy="7201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600">
                <a:solidFill>
                  <a:schemeClr val="tx2"/>
                </a:solidFill>
                <a:latin typeface="+mn-lt"/>
              </a:rPr>
              <a:t>Presentation </a:t>
            </a:r>
          </a:p>
          <a:p>
            <a:pPr>
              <a:lnSpc>
                <a:spcPct val="90000"/>
              </a:lnSpc>
            </a:pPr>
            <a:r>
              <a:rPr lang="en-US" sz="2600" b="1">
                <a:solidFill>
                  <a:schemeClr val="tx2"/>
                </a:solidFill>
                <a:latin typeface="+mn-lt"/>
              </a:rPr>
              <a:t>Contents</a:t>
            </a:r>
            <a:endParaRPr lang="en-GB" sz="2600" b="1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Slide Number Placeholder 109">
            <a:extLst>
              <a:ext uri="{FF2B5EF4-FFF2-40B4-BE49-F238E27FC236}">
                <a16:creationId xmlns:a16="http://schemas.microsoft.com/office/drawing/2014/main" id="{162F2703-C290-8CD5-AEF8-49FD6D2BFFA8}"/>
              </a:ext>
            </a:extLst>
          </p:cNvPr>
          <p:cNvSpPr txBox="1">
            <a:spLocks/>
          </p:cNvSpPr>
          <p:nvPr userDrawn="1"/>
        </p:nvSpPr>
        <p:spPr>
          <a:xfrm>
            <a:off x="11426179" y="6454130"/>
            <a:ext cx="26042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1400">
                <a:solidFill>
                  <a:srgbClr val="FF0000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8A8675-40C0-40D2-8FCE-EA4A25F48F18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 descr="BlackLogo.png">
            <a:extLst>
              <a:ext uri="{FF2B5EF4-FFF2-40B4-BE49-F238E27FC236}">
                <a16:creationId xmlns:a16="http://schemas.microsoft.com/office/drawing/2014/main" id="{60C7FFFC-EAC3-F576-6E9A-0581241078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36947" y="261442"/>
            <a:ext cx="1326781" cy="334048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A0A21FB-3311-55CF-3E60-211AA622E72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969678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only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>
            <a:extLst>
              <a:ext uri="{FF2B5EF4-FFF2-40B4-BE49-F238E27FC236}">
                <a16:creationId xmlns:a16="http://schemas.microsoft.com/office/drawing/2014/main" id="{C17A7ACC-E4FD-979E-11CA-11CFECF3CBF1}"/>
              </a:ext>
            </a:extLst>
          </p:cNvPr>
          <p:cNvSpPr/>
          <p:nvPr userDrawn="1"/>
        </p:nvSpPr>
        <p:spPr>
          <a:xfrm>
            <a:off x="1" y="0"/>
            <a:ext cx="11617627" cy="6859588"/>
          </a:xfrm>
          <a:custGeom>
            <a:avLst/>
            <a:gdLst>
              <a:gd name="connsiteX0" fmla="*/ 0 w 11617627"/>
              <a:gd name="connsiteY0" fmla="*/ 0 h 6859588"/>
              <a:gd name="connsiteX1" fmla="*/ 11617390 w 11617627"/>
              <a:gd name="connsiteY1" fmla="*/ 0 h 6859588"/>
              <a:gd name="connsiteX2" fmla="*/ 11617436 w 11617627"/>
              <a:gd name="connsiteY2" fmla="*/ 17155 h 6859588"/>
              <a:gd name="connsiteX3" fmla="*/ 11614749 w 11617627"/>
              <a:gd name="connsiteY3" fmla="*/ 6341288 h 6859588"/>
              <a:gd name="connsiteX4" fmla="*/ 11505529 w 11617627"/>
              <a:gd name="connsiteY4" fmla="*/ 6544332 h 6859588"/>
              <a:gd name="connsiteX5" fmla="*/ 11186064 w 11617627"/>
              <a:gd name="connsiteY5" fmla="*/ 6859588 h 6859588"/>
              <a:gd name="connsiteX6" fmla="*/ 11185804 w 11617627"/>
              <a:gd name="connsiteY6" fmla="*/ 6859588 h 6859588"/>
              <a:gd name="connsiteX7" fmla="*/ 0 w 11617627"/>
              <a:gd name="connsiteY7" fmla="*/ 6859588 h 6859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617627" h="6859588">
                <a:moveTo>
                  <a:pt x="0" y="0"/>
                </a:moveTo>
                <a:lnTo>
                  <a:pt x="11617390" y="0"/>
                </a:lnTo>
                <a:lnTo>
                  <a:pt x="11617436" y="17155"/>
                </a:lnTo>
                <a:cubicBezTo>
                  <a:pt x="11618731" y="627883"/>
                  <a:pt x="11612985" y="6051414"/>
                  <a:pt x="11614749" y="6341288"/>
                </a:cubicBezTo>
                <a:cubicBezTo>
                  <a:pt x="11614686" y="6390696"/>
                  <a:pt x="11574191" y="6477489"/>
                  <a:pt x="11505529" y="6544332"/>
                </a:cubicBezTo>
                <a:lnTo>
                  <a:pt x="11186064" y="6859588"/>
                </a:lnTo>
                <a:lnTo>
                  <a:pt x="11185804" y="6859588"/>
                </a:lnTo>
                <a:lnTo>
                  <a:pt x="0" y="6859588"/>
                </a:lnTo>
                <a:close/>
              </a:path>
            </a:pathLst>
          </a:cu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 12">
            <a:extLst>
              <a:ext uri="{FF2B5EF4-FFF2-40B4-BE49-F238E27FC236}">
                <a16:creationId xmlns:a16="http://schemas.microsoft.com/office/drawing/2014/main" id="{439CD316-0FF6-7187-BF0B-45DE80973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207" y="2131348"/>
            <a:ext cx="5599881" cy="400110"/>
          </a:xfrm>
        </p:spPr>
        <p:txBody>
          <a:bodyPr wrap="square" anchor="b">
            <a:sp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FDEDAC1-98C8-9EB2-213C-E421CB6C6A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4207" y="2637706"/>
            <a:ext cx="5599881" cy="421013"/>
          </a:xfrm>
        </p:spPr>
        <p:txBody>
          <a:bodyPr wrap="square">
            <a:spAutoFit/>
          </a:bodyPr>
          <a:lstStyle>
            <a:lvl1pPr marL="0" marR="0" indent="0" algn="l" defTabSz="1088776" rtl="0" eaLnBrk="1" fontAlgn="base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469AA4C6-859A-08A7-A3C4-7F743F568559}"/>
              </a:ext>
            </a:extLst>
          </p:cNvPr>
          <p:cNvSpPr/>
          <p:nvPr userDrawn="1"/>
        </p:nvSpPr>
        <p:spPr>
          <a:xfrm>
            <a:off x="9121923" y="3573810"/>
            <a:ext cx="1884539" cy="2692584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 descr="BlackLogo.png">
            <a:extLst>
              <a:ext uri="{FF2B5EF4-FFF2-40B4-BE49-F238E27FC236}">
                <a16:creationId xmlns:a16="http://schemas.microsoft.com/office/drawing/2014/main" id="{CA64BC7F-FB00-C33A-1EF3-08D235F030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36947" y="261442"/>
            <a:ext cx="1326781" cy="334048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3F418D-0B70-C74A-C8A2-705BFA896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552856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and text">
    <p:bg>
      <p:bgPr>
        <a:blipFill dpi="0" rotWithShape="1">
          <a:blip r:embed="rId2" cstate="print">
            <a:lum/>
          </a:blip>
          <a:srcRect/>
          <a:stretch>
            <a:fillRect l="-100" t="-100" r="-100" b="-1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35BDA9E-8D4E-E363-4185-FFA05C2093F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auto">
          <a:xfrm>
            <a:off x="0" y="-1740"/>
            <a:ext cx="12195175" cy="6861328"/>
          </a:xfrm>
          <a:custGeom>
            <a:avLst/>
            <a:gdLst>
              <a:gd name="connsiteX0" fmla="*/ 0 w 12195175"/>
              <a:gd name="connsiteY0" fmla="*/ 6859588 h 6861328"/>
              <a:gd name="connsiteX1" fmla="*/ 5575577 w 12195175"/>
              <a:gd name="connsiteY1" fmla="*/ 6861328 h 6861328"/>
              <a:gd name="connsiteX2" fmla="*/ 0 w 12195175"/>
              <a:gd name="connsiteY2" fmla="*/ 6861328 h 6861328"/>
              <a:gd name="connsiteX3" fmla="*/ 5995997 w 12195175"/>
              <a:gd name="connsiteY3" fmla="*/ 1740 h 6861328"/>
              <a:gd name="connsiteX4" fmla="*/ 12195175 w 12195175"/>
              <a:gd name="connsiteY4" fmla="*/ 1740 h 6861328"/>
              <a:gd name="connsiteX5" fmla="*/ 12195175 w 12195175"/>
              <a:gd name="connsiteY5" fmla="*/ 6861328 h 6861328"/>
              <a:gd name="connsiteX6" fmla="*/ 5575577 w 12195175"/>
              <a:gd name="connsiteY6" fmla="*/ 6861328 h 6861328"/>
              <a:gd name="connsiteX7" fmla="*/ 5887033 w 12195175"/>
              <a:gd name="connsiteY7" fmla="*/ 6547210 h 6861328"/>
              <a:gd name="connsiteX8" fmla="*/ 5993513 w 12195175"/>
              <a:gd name="connsiteY8" fmla="*/ 6344898 h 6861328"/>
              <a:gd name="connsiteX9" fmla="*/ 5996067 w 12195175"/>
              <a:gd name="connsiteY9" fmla="*/ 17926 h 6861328"/>
              <a:gd name="connsiteX10" fmla="*/ 0 w 12195175"/>
              <a:gd name="connsiteY10" fmla="*/ 1740 h 6861328"/>
              <a:gd name="connsiteX11" fmla="*/ 1 w 12195175"/>
              <a:gd name="connsiteY11" fmla="*/ 1740 h 6861328"/>
              <a:gd name="connsiteX12" fmla="*/ 0 w 12195175"/>
              <a:gd name="connsiteY12" fmla="*/ 6859588 h 6861328"/>
              <a:gd name="connsiteX13" fmla="*/ 1 w 12195175"/>
              <a:gd name="connsiteY13" fmla="*/ 0 h 6861328"/>
              <a:gd name="connsiteX14" fmla="*/ 5995989 w 12195175"/>
              <a:gd name="connsiteY14" fmla="*/ 0 h 6861328"/>
              <a:gd name="connsiteX15" fmla="*/ 5995997 w 12195175"/>
              <a:gd name="connsiteY15" fmla="*/ 1740 h 6861328"/>
              <a:gd name="connsiteX16" fmla="*/ 1 w 12195175"/>
              <a:gd name="connsiteY16" fmla="*/ 1740 h 686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5175" h="6861328">
                <a:moveTo>
                  <a:pt x="0" y="6859588"/>
                </a:moveTo>
                <a:lnTo>
                  <a:pt x="5575577" y="6861328"/>
                </a:lnTo>
                <a:lnTo>
                  <a:pt x="0" y="6861328"/>
                </a:lnTo>
                <a:close/>
                <a:moveTo>
                  <a:pt x="5995997" y="1740"/>
                </a:moveTo>
                <a:lnTo>
                  <a:pt x="12195175" y="1740"/>
                </a:lnTo>
                <a:lnTo>
                  <a:pt x="12195175" y="6861328"/>
                </a:lnTo>
                <a:lnTo>
                  <a:pt x="5575577" y="6861328"/>
                </a:lnTo>
                <a:lnTo>
                  <a:pt x="5887033" y="6547210"/>
                </a:lnTo>
                <a:cubicBezTo>
                  <a:pt x="5953972" y="6480608"/>
                  <a:pt x="5993452" y="6394128"/>
                  <a:pt x="5993513" y="6344898"/>
                </a:cubicBezTo>
                <a:cubicBezTo>
                  <a:pt x="5991766" y="6051412"/>
                  <a:pt x="5997578" y="476458"/>
                  <a:pt x="5996067" y="17926"/>
                </a:cubicBezTo>
                <a:close/>
                <a:moveTo>
                  <a:pt x="0" y="1740"/>
                </a:moveTo>
                <a:lnTo>
                  <a:pt x="1" y="1740"/>
                </a:lnTo>
                <a:lnTo>
                  <a:pt x="0" y="6859588"/>
                </a:lnTo>
                <a:close/>
                <a:moveTo>
                  <a:pt x="1" y="0"/>
                </a:moveTo>
                <a:lnTo>
                  <a:pt x="5995989" y="0"/>
                </a:lnTo>
                <a:lnTo>
                  <a:pt x="5995997" y="1740"/>
                </a:lnTo>
                <a:lnTo>
                  <a:pt x="1" y="174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r>
              <a:rPr lang="cs-CZ"/>
              <a:t>Kliknutím na ikonu přidáte obrázek.</a:t>
            </a:r>
            <a:endParaRPr lang="en-AT"/>
          </a:p>
        </p:txBody>
      </p:sp>
      <p:sp>
        <p:nvSpPr>
          <p:cNvPr id="17" name="Freeform 16"/>
          <p:cNvSpPr/>
          <p:nvPr userDrawn="1"/>
        </p:nvSpPr>
        <p:spPr>
          <a:xfrm>
            <a:off x="0" y="0"/>
            <a:ext cx="5997764" cy="6861328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7764" h="6861328">
                <a:moveTo>
                  <a:pt x="0" y="6859588"/>
                </a:moveTo>
                <a:lnTo>
                  <a:pt x="5575577" y="6861328"/>
                </a:lnTo>
                <a:lnTo>
                  <a:pt x="5887032" y="6547210"/>
                </a:lnTo>
                <a:cubicBezTo>
                  <a:pt x="5953972" y="6480608"/>
                  <a:pt x="5993452" y="6394128"/>
                  <a:pt x="5993513" y="6344898"/>
                </a:cubicBezTo>
                <a:cubicBezTo>
                  <a:pt x="5991738" y="6046753"/>
                  <a:pt x="5997764" y="298145"/>
                  <a:pt x="5995989" y="0"/>
                </a:cubicBezTo>
                <a:lnTo>
                  <a:pt x="1" y="0"/>
                </a:lnTo>
                <a:cubicBezTo>
                  <a:pt x="1" y="2286529"/>
                  <a:pt x="0" y="4573059"/>
                  <a:pt x="0" y="6859588"/>
                </a:cubicBezTo>
                <a:close/>
              </a:path>
            </a:pathLst>
          </a:cu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Freeform 17"/>
          <p:cNvSpPr/>
          <p:nvPr userDrawn="1"/>
        </p:nvSpPr>
        <p:spPr>
          <a:xfrm>
            <a:off x="0" y="0"/>
            <a:ext cx="5260306" cy="6861328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737458 w 5997764"/>
              <a:gd name="connsiteY5" fmla="*/ 0 h 6861328"/>
              <a:gd name="connsiteX6" fmla="*/ 0 w 5997764"/>
              <a:gd name="connsiteY6" fmla="*/ 6859588 h 6861328"/>
              <a:gd name="connsiteX0" fmla="*/ 0 w 5260306"/>
              <a:gd name="connsiteY0" fmla="*/ 6859588 h 6861328"/>
              <a:gd name="connsiteX1" fmla="*/ 4838119 w 5260306"/>
              <a:gd name="connsiteY1" fmla="*/ 6861328 h 6861328"/>
              <a:gd name="connsiteX2" fmla="*/ 5149574 w 5260306"/>
              <a:gd name="connsiteY2" fmla="*/ 6547210 h 6861328"/>
              <a:gd name="connsiteX3" fmla="*/ 5256055 w 5260306"/>
              <a:gd name="connsiteY3" fmla="*/ 6344898 h 6861328"/>
              <a:gd name="connsiteX4" fmla="*/ 5258531 w 5260306"/>
              <a:gd name="connsiteY4" fmla="*/ 0 h 6861328"/>
              <a:gd name="connsiteX5" fmla="*/ 0 w 5260306"/>
              <a:gd name="connsiteY5" fmla="*/ 0 h 6861328"/>
              <a:gd name="connsiteX6" fmla="*/ 0 w 5260306"/>
              <a:gd name="connsiteY6" fmla="*/ 6859588 h 686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0306" h="6861328">
                <a:moveTo>
                  <a:pt x="0" y="6859588"/>
                </a:moveTo>
                <a:lnTo>
                  <a:pt x="4838119" y="6861328"/>
                </a:lnTo>
                <a:lnTo>
                  <a:pt x="5149574" y="6547210"/>
                </a:lnTo>
                <a:cubicBezTo>
                  <a:pt x="5216514" y="6480608"/>
                  <a:pt x="5255994" y="6394128"/>
                  <a:pt x="5256055" y="6344898"/>
                </a:cubicBezTo>
                <a:cubicBezTo>
                  <a:pt x="5254280" y="6046753"/>
                  <a:pt x="5260306" y="298145"/>
                  <a:pt x="5258531" y="0"/>
                </a:cubicBezTo>
                <a:lnTo>
                  <a:pt x="0" y="0"/>
                </a:lnTo>
                <a:lnTo>
                  <a:pt x="0" y="6859588"/>
                </a:lnTo>
                <a:close/>
              </a:path>
            </a:pathLst>
          </a:custGeom>
          <a:solidFill>
            <a:schemeClr val="bg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Freeform 18"/>
          <p:cNvSpPr/>
          <p:nvPr userDrawn="1"/>
        </p:nvSpPr>
        <p:spPr>
          <a:xfrm>
            <a:off x="10758248" y="4982389"/>
            <a:ext cx="1009356" cy="1442147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itle 12">
            <a:extLst>
              <a:ext uri="{FF2B5EF4-FFF2-40B4-BE49-F238E27FC236}">
                <a16:creationId xmlns:a16="http://schemas.microsoft.com/office/drawing/2014/main" id="{F59D11B6-8D02-65E4-693A-CE1C2210C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948" y="2664129"/>
            <a:ext cx="3672408" cy="800219"/>
          </a:xfrm>
        </p:spPr>
        <p:txBody>
          <a:bodyPr wrap="square" anchor="b">
            <a:sp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C65AA19-5AD0-A7B5-4B6E-E81079B28E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6948" y="3573810"/>
            <a:ext cx="3672408" cy="226729"/>
          </a:xfrm>
        </p:spPr>
        <p:txBody>
          <a:bodyPr wrap="square">
            <a:spAutoFit/>
          </a:bodyPr>
          <a:lstStyle>
            <a:lvl1pPr marL="0" marR="0" indent="0" algn="l" defTabSz="1088776" rtl="0" eaLnBrk="1" fontAlgn="base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7" name="Picture 6" descr="Logo&#10;&#10;Description automatically generated with medium confidence">
            <a:extLst>
              <a:ext uri="{FF2B5EF4-FFF2-40B4-BE49-F238E27FC236}">
                <a16:creationId xmlns:a16="http://schemas.microsoft.com/office/drawing/2014/main" id="{D973B922-E0FF-2743-3EAC-E58B5EEA091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31" y="117426"/>
            <a:ext cx="1656184" cy="613215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73E9C03-F500-1452-170A-812F831CD08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639728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gn_Off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>
          <a:xfrm>
            <a:off x="3267181" y="3448559"/>
            <a:ext cx="5660812" cy="443198"/>
          </a:xfrm>
        </p:spPr>
        <p:txBody>
          <a:bodyPr wrap="square" anchor="b">
            <a:spAutoFit/>
          </a:bodyPr>
          <a:lstStyle>
            <a:lvl1pPr algn="ctr">
              <a:lnSpc>
                <a:spcPct val="90000"/>
              </a:lnSpc>
              <a:defRPr sz="3200" b="1" spc="-3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/>
              <a:t>Thank you!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48DFB490-311A-151A-F6B0-BBC45E65BEBF}"/>
              </a:ext>
            </a:extLst>
          </p:cNvPr>
          <p:cNvSpPr/>
          <p:nvPr userDrawn="1"/>
        </p:nvSpPr>
        <p:spPr>
          <a:xfrm flipH="1">
            <a:off x="7989830" y="2478190"/>
            <a:ext cx="1668515" cy="2383935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172933B2-1A60-AF63-01E1-DF0F92A02685}"/>
              </a:ext>
            </a:extLst>
          </p:cNvPr>
          <p:cNvSpPr/>
          <p:nvPr userDrawn="1"/>
        </p:nvSpPr>
        <p:spPr>
          <a:xfrm rot="10800000" flipH="1">
            <a:off x="2536830" y="2478190"/>
            <a:ext cx="1668515" cy="2383935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 descr="BlackLogo.png">
            <a:extLst>
              <a:ext uri="{FF2B5EF4-FFF2-40B4-BE49-F238E27FC236}">
                <a16:creationId xmlns:a16="http://schemas.microsoft.com/office/drawing/2014/main" id="{A2B0B603-BF15-2B0E-86CA-114217CB8A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36947" y="261442"/>
            <a:ext cx="1326781" cy="33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545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gn_Off_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>
          <a:xfrm>
            <a:off x="3267181" y="3199260"/>
            <a:ext cx="5660812" cy="692497"/>
          </a:xfrm>
        </p:spPr>
        <p:txBody>
          <a:bodyPr wrap="square" anchor="b">
            <a:spAutoFit/>
          </a:bodyPr>
          <a:lstStyle>
            <a:lvl1pPr algn="ctr">
              <a:lnSpc>
                <a:spcPct val="90000"/>
              </a:lnSpc>
              <a:defRPr sz="5000" b="1" spc="-3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/>
              <a:t>Make it happen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48DFB490-311A-151A-F6B0-BBC45E65BEBF}"/>
              </a:ext>
            </a:extLst>
          </p:cNvPr>
          <p:cNvSpPr/>
          <p:nvPr userDrawn="1"/>
        </p:nvSpPr>
        <p:spPr>
          <a:xfrm flipH="1">
            <a:off x="9290205" y="2478190"/>
            <a:ext cx="1668515" cy="2383935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172933B2-1A60-AF63-01E1-DF0F92A02685}"/>
              </a:ext>
            </a:extLst>
          </p:cNvPr>
          <p:cNvSpPr/>
          <p:nvPr userDrawn="1"/>
        </p:nvSpPr>
        <p:spPr>
          <a:xfrm rot="10800000" flipH="1">
            <a:off x="1236455" y="2478190"/>
            <a:ext cx="1668515" cy="2383935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2">
            <a:extLst>
              <a:ext uri="{FF2B5EF4-FFF2-40B4-BE49-F238E27FC236}">
                <a16:creationId xmlns:a16="http://schemas.microsoft.com/office/drawing/2014/main" id="{0FDE86B1-5888-5407-16A9-2F5D7C224326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267181" y="2478190"/>
            <a:ext cx="566081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000" b="1" cap="none" spc="-3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</a:defRPr>
            </a:lvl5pPr>
            <a:lvl6pPr marL="544388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</a:defRPr>
            </a:lvl6pPr>
            <a:lvl7pPr marL="1088776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</a:defRPr>
            </a:lvl7pPr>
            <a:lvl8pPr marL="1633164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</a:defRPr>
            </a:lvl8pPr>
            <a:lvl9pPr marL="2177552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GB" sz="2000" b="0" kern="0">
                <a:latin typeface="+mj-lt"/>
              </a:rPr>
              <a:t>Let’s</a:t>
            </a:r>
          </a:p>
        </p:txBody>
      </p:sp>
      <p:pic>
        <p:nvPicPr>
          <p:cNvPr id="3" name="Picture 2" descr="BlackLogo.png">
            <a:extLst>
              <a:ext uri="{FF2B5EF4-FFF2-40B4-BE49-F238E27FC236}">
                <a16:creationId xmlns:a16="http://schemas.microsoft.com/office/drawing/2014/main" id="{9BE8CB6E-D62C-D7AD-9508-07D371A7B0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36947" y="261442"/>
            <a:ext cx="1326781" cy="33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417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D4191450-4540-5AF1-D406-13125579A40E}"/>
              </a:ext>
            </a:extLst>
          </p:cNvPr>
          <p:cNvSpPr/>
          <p:nvPr userDrawn="1"/>
        </p:nvSpPr>
        <p:spPr>
          <a:xfrm>
            <a:off x="1" y="0"/>
            <a:ext cx="11617627" cy="6859588"/>
          </a:xfrm>
          <a:custGeom>
            <a:avLst/>
            <a:gdLst>
              <a:gd name="connsiteX0" fmla="*/ 0 w 11617627"/>
              <a:gd name="connsiteY0" fmla="*/ 0 h 6859588"/>
              <a:gd name="connsiteX1" fmla="*/ 11617390 w 11617627"/>
              <a:gd name="connsiteY1" fmla="*/ 0 h 6859588"/>
              <a:gd name="connsiteX2" fmla="*/ 11617436 w 11617627"/>
              <a:gd name="connsiteY2" fmla="*/ 17155 h 6859588"/>
              <a:gd name="connsiteX3" fmla="*/ 11614749 w 11617627"/>
              <a:gd name="connsiteY3" fmla="*/ 6341288 h 6859588"/>
              <a:gd name="connsiteX4" fmla="*/ 11505529 w 11617627"/>
              <a:gd name="connsiteY4" fmla="*/ 6544332 h 6859588"/>
              <a:gd name="connsiteX5" fmla="*/ 11186064 w 11617627"/>
              <a:gd name="connsiteY5" fmla="*/ 6859588 h 6859588"/>
              <a:gd name="connsiteX6" fmla="*/ 11185804 w 11617627"/>
              <a:gd name="connsiteY6" fmla="*/ 6859588 h 6859588"/>
              <a:gd name="connsiteX7" fmla="*/ 0 w 11617627"/>
              <a:gd name="connsiteY7" fmla="*/ 6859588 h 6859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617627" h="6859588">
                <a:moveTo>
                  <a:pt x="0" y="0"/>
                </a:moveTo>
                <a:lnTo>
                  <a:pt x="11617390" y="0"/>
                </a:lnTo>
                <a:lnTo>
                  <a:pt x="11617436" y="17155"/>
                </a:lnTo>
                <a:cubicBezTo>
                  <a:pt x="11618731" y="627883"/>
                  <a:pt x="11612985" y="6051414"/>
                  <a:pt x="11614749" y="6341288"/>
                </a:cubicBezTo>
                <a:cubicBezTo>
                  <a:pt x="11614686" y="6390696"/>
                  <a:pt x="11574191" y="6477489"/>
                  <a:pt x="11505529" y="6544332"/>
                </a:cubicBezTo>
                <a:lnTo>
                  <a:pt x="11186064" y="6859588"/>
                </a:lnTo>
                <a:lnTo>
                  <a:pt x="11185804" y="6859588"/>
                </a:lnTo>
                <a:lnTo>
                  <a:pt x="0" y="6859588"/>
                </a:lnTo>
                <a:close/>
              </a:path>
            </a:pathLst>
          </a:cu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724581" y="3064238"/>
            <a:ext cx="5599881" cy="400110"/>
          </a:xfrm>
        </p:spPr>
        <p:txBody>
          <a:bodyPr wrap="square" anchor="b">
            <a:sp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724581" y="3573810"/>
            <a:ext cx="5599881" cy="421013"/>
          </a:xfrm>
        </p:spPr>
        <p:txBody>
          <a:bodyPr wrap="square">
            <a:spAutoFit/>
          </a:bodyPr>
          <a:lstStyle>
            <a:lvl1pPr marL="0" marR="0" indent="0" algn="l" defTabSz="1088776" rtl="0" eaLnBrk="1" fontAlgn="base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1" name="Freeform 10"/>
          <p:cNvSpPr/>
          <p:nvPr userDrawn="1"/>
        </p:nvSpPr>
        <p:spPr>
          <a:xfrm>
            <a:off x="1050077" y="2660847"/>
            <a:ext cx="1075258" cy="1536306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reeform 11"/>
          <p:cNvSpPr/>
          <p:nvPr userDrawn="1"/>
        </p:nvSpPr>
        <p:spPr>
          <a:xfrm flipH="1">
            <a:off x="8510609" y="1375579"/>
            <a:ext cx="2871489" cy="4102724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 descr="BlackLogo.png">
            <a:extLst>
              <a:ext uri="{FF2B5EF4-FFF2-40B4-BE49-F238E27FC236}">
                <a16:creationId xmlns:a16="http://schemas.microsoft.com/office/drawing/2014/main" id="{F86350B1-575F-F8A0-3D8B-3A4F6164B1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36947" y="261442"/>
            <a:ext cx="1326781" cy="334048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631C43C-4F6B-2090-DDF5-08F22D60F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444561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with text and image">
    <p:bg>
      <p:bgPr>
        <a:blipFill dpi="0" rotWithShape="1">
          <a:blip r:embed="rId2" cstate="print">
            <a:lum/>
          </a:blip>
          <a:srcRect/>
          <a:stretch>
            <a:fillRect l="-100" t="-100" r="-100" b="-1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063A69F-3616-30D9-2351-A568CF1F8B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auto">
          <a:xfrm>
            <a:off x="0" y="0"/>
            <a:ext cx="12195175" cy="6861328"/>
          </a:xfrm>
          <a:custGeom>
            <a:avLst/>
            <a:gdLst>
              <a:gd name="connsiteX0" fmla="*/ 4291 w 12195175"/>
              <a:gd name="connsiteY0" fmla="*/ 6859588 h 6861328"/>
              <a:gd name="connsiteX1" fmla="*/ 5581594 w 12195175"/>
              <a:gd name="connsiteY1" fmla="*/ 6859588 h 6861328"/>
              <a:gd name="connsiteX2" fmla="*/ 5579868 w 12195175"/>
              <a:gd name="connsiteY2" fmla="*/ 6861328 h 6861328"/>
              <a:gd name="connsiteX3" fmla="*/ 6000280 w 12195175"/>
              <a:gd name="connsiteY3" fmla="*/ 0 h 6861328"/>
              <a:gd name="connsiteX4" fmla="*/ 12195175 w 12195175"/>
              <a:gd name="connsiteY4" fmla="*/ 0 h 6861328"/>
              <a:gd name="connsiteX5" fmla="*/ 12195175 w 12195175"/>
              <a:gd name="connsiteY5" fmla="*/ 6859588 h 6861328"/>
              <a:gd name="connsiteX6" fmla="*/ 5581594 w 12195175"/>
              <a:gd name="connsiteY6" fmla="*/ 6859588 h 6861328"/>
              <a:gd name="connsiteX7" fmla="*/ 5891323 w 12195175"/>
              <a:gd name="connsiteY7" fmla="*/ 6547210 h 6861328"/>
              <a:gd name="connsiteX8" fmla="*/ 5997804 w 12195175"/>
              <a:gd name="connsiteY8" fmla="*/ 6344898 h 6861328"/>
              <a:gd name="connsiteX9" fmla="*/ 6000280 w 12195175"/>
              <a:gd name="connsiteY9" fmla="*/ 0 h 6861328"/>
              <a:gd name="connsiteX10" fmla="*/ 0 w 12195175"/>
              <a:gd name="connsiteY10" fmla="*/ 0 h 6861328"/>
              <a:gd name="connsiteX11" fmla="*/ 4292 w 12195175"/>
              <a:gd name="connsiteY11" fmla="*/ 0 h 6861328"/>
              <a:gd name="connsiteX12" fmla="*/ 4291 w 12195175"/>
              <a:gd name="connsiteY12" fmla="*/ 6859588 h 6861328"/>
              <a:gd name="connsiteX13" fmla="*/ 0 w 12195175"/>
              <a:gd name="connsiteY13" fmla="*/ 6859588 h 686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5175" h="6861328">
                <a:moveTo>
                  <a:pt x="4291" y="6859588"/>
                </a:moveTo>
                <a:lnTo>
                  <a:pt x="5581594" y="6859588"/>
                </a:lnTo>
                <a:lnTo>
                  <a:pt x="5579868" y="6861328"/>
                </a:lnTo>
                <a:close/>
                <a:moveTo>
                  <a:pt x="6000280" y="0"/>
                </a:moveTo>
                <a:lnTo>
                  <a:pt x="12195175" y="0"/>
                </a:lnTo>
                <a:lnTo>
                  <a:pt x="12195175" y="6859588"/>
                </a:lnTo>
                <a:lnTo>
                  <a:pt x="5581594" y="6859588"/>
                </a:lnTo>
                <a:lnTo>
                  <a:pt x="5891323" y="6547210"/>
                </a:lnTo>
                <a:cubicBezTo>
                  <a:pt x="5958263" y="6480608"/>
                  <a:pt x="5997743" y="6394128"/>
                  <a:pt x="5997804" y="6344898"/>
                </a:cubicBezTo>
                <a:cubicBezTo>
                  <a:pt x="5996029" y="6046753"/>
                  <a:pt x="6002055" y="298145"/>
                  <a:pt x="6000280" y="0"/>
                </a:cubicBezTo>
                <a:close/>
                <a:moveTo>
                  <a:pt x="0" y="0"/>
                </a:moveTo>
                <a:lnTo>
                  <a:pt x="4292" y="0"/>
                </a:lnTo>
                <a:cubicBezTo>
                  <a:pt x="4292" y="2286529"/>
                  <a:pt x="4291" y="4573059"/>
                  <a:pt x="4291" y="6859588"/>
                </a:cubicBezTo>
                <a:lnTo>
                  <a:pt x="0" y="6859588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r>
              <a:rPr lang="cs-CZ"/>
              <a:t>Kliknutím na ikonu přidáte obrázek.</a:t>
            </a:r>
            <a:endParaRPr lang="en-AT"/>
          </a:p>
        </p:txBody>
      </p:sp>
      <p:sp>
        <p:nvSpPr>
          <p:cNvPr id="15" name="Freeform 14"/>
          <p:cNvSpPr/>
          <p:nvPr userDrawn="1"/>
        </p:nvSpPr>
        <p:spPr>
          <a:xfrm rot="10800000">
            <a:off x="10758670" y="4509914"/>
            <a:ext cx="1009356" cy="1442147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 11"/>
          <p:cNvSpPr/>
          <p:nvPr userDrawn="1"/>
        </p:nvSpPr>
        <p:spPr>
          <a:xfrm>
            <a:off x="0" y="0"/>
            <a:ext cx="5997764" cy="6861328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7764" h="6861328">
                <a:moveTo>
                  <a:pt x="0" y="6859588"/>
                </a:moveTo>
                <a:lnTo>
                  <a:pt x="5575577" y="6861328"/>
                </a:lnTo>
                <a:lnTo>
                  <a:pt x="5887032" y="6547210"/>
                </a:lnTo>
                <a:cubicBezTo>
                  <a:pt x="5953972" y="6480608"/>
                  <a:pt x="5993452" y="6394128"/>
                  <a:pt x="5993513" y="6344898"/>
                </a:cubicBezTo>
                <a:cubicBezTo>
                  <a:pt x="5991738" y="6046753"/>
                  <a:pt x="5997764" y="298145"/>
                  <a:pt x="5995989" y="0"/>
                </a:cubicBezTo>
                <a:lnTo>
                  <a:pt x="1" y="0"/>
                </a:lnTo>
                <a:cubicBezTo>
                  <a:pt x="1" y="2286529"/>
                  <a:pt x="0" y="4573059"/>
                  <a:pt x="0" y="6859588"/>
                </a:cubicBezTo>
                <a:close/>
              </a:path>
            </a:pathLst>
          </a:cu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Freeform 13"/>
          <p:cNvSpPr/>
          <p:nvPr userDrawn="1"/>
        </p:nvSpPr>
        <p:spPr>
          <a:xfrm>
            <a:off x="0" y="0"/>
            <a:ext cx="5260306" cy="6861328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737458 w 5997764"/>
              <a:gd name="connsiteY5" fmla="*/ 0 h 6861328"/>
              <a:gd name="connsiteX6" fmla="*/ 0 w 5997764"/>
              <a:gd name="connsiteY6" fmla="*/ 6859588 h 6861328"/>
              <a:gd name="connsiteX0" fmla="*/ 0 w 5260306"/>
              <a:gd name="connsiteY0" fmla="*/ 6859588 h 6861328"/>
              <a:gd name="connsiteX1" fmla="*/ 4838119 w 5260306"/>
              <a:gd name="connsiteY1" fmla="*/ 6861328 h 6861328"/>
              <a:gd name="connsiteX2" fmla="*/ 5149574 w 5260306"/>
              <a:gd name="connsiteY2" fmla="*/ 6547210 h 6861328"/>
              <a:gd name="connsiteX3" fmla="*/ 5256055 w 5260306"/>
              <a:gd name="connsiteY3" fmla="*/ 6344898 h 6861328"/>
              <a:gd name="connsiteX4" fmla="*/ 5258531 w 5260306"/>
              <a:gd name="connsiteY4" fmla="*/ 0 h 6861328"/>
              <a:gd name="connsiteX5" fmla="*/ 0 w 5260306"/>
              <a:gd name="connsiteY5" fmla="*/ 0 h 6861328"/>
              <a:gd name="connsiteX6" fmla="*/ 0 w 5260306"/>
              <a:gd name="connsiteY6" fmla="*/ 6859588 h 686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0306" h="6861328">
                <a:moveTo>
                  <a:pt x="0" y="6859588"/>
                </a:moveTo>
                <a:lnTo>
                  <a:pt x="4838119" y="6861328"/>
                </a:lnTo>
                <a:lnTo>
                  <a:pt x="5149574" y="6547210"/>
                </a:lnTo>
                <a:cubicBezTo>
                  <a:pt x="5216514" y="6480608"/>
                  <a:pt x="5255994" y="6394128"/>
                  <a:pt x="5256055" y="6344898"/>
                </a:cubicBezTo>
                <a:cubicBezTo>
                  <a:pt x="5254280" y="6046753"/>
                  <a:pt x="5260306" y="298145"/>
                  <a:pt x="5258531" y="0"/>
                </a:cubicBezTo>
                <a:lnTo>
                  <a:pt x="0" y="0"/>
                </a:lnTo>
                <a:lnTo>
                  <a:pt x="0" y="6859588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itle 12">
            <a:extLst>
              <a:ext uri="{FF2B5EF4-FFF2-40B4-BE49-F238E27FC236}">
                <a16:creationId xmlns:a16="http://schemas.microsoft.com/office/drawing/2014/main" id="{E027FD55-6B36-9B2F-C595-E57ECFBA3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948" y="1413570"/>
            <a:ext cx="3672408" cy="800219"/>
          </a:xfrm>
        </p:spPr>
        <p:txBody>
          <a:bodyPr wrap="square" anchor="b">
            <a:sp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F66A6EE-2C83-B3C2-5277-EE7A80C7EA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6948" y="2323251"/>
            <a:ext cx="3672408" cy="226729"/>
          </a:xfrm>
        </p:spPr>
        <p:txBody>
          <a:bodyPr wrap="square">
            <a:spAutoFit/>
          </a:bodyPr>
          <a:lstStyle>
            <a:lvl1pPr marL="0" marR="0" indent="0" algn="l" defTabSz="1088776" rtl="0" eaLnBrk="1" fontAlgn="base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C3428DE3-779E-AA7F-8AFF-E1B9201879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6550" y="2827307"/>
            <a:ext cx="3673475" cy="331236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AT"/>
          </a:p>
        </p:txBody>
      </p:sp>
      <p:sp>
        <p:nvSpPr>
          <p:cNvPr id="9" name="Slide Number Placeholder 109">
            <a:extLst>
              <a:ext uri="{FF2B5EF4-FFF2-40B4-BE49-F238E27FC236}">
                <a16:creationId xmlns:a16="http://schemas.microsoft.com/office/drawing/2014/main" id="{616860A7-EE66-5676-E646-33FE91ADD76B}"/>
              </a:ext>
            </a:extLst>
          </p:cNvPr>
          <p:cNvSpPr txBox="1">
            <a:spLocks/>
          </p:cNvSpPr>
          <p:nvPr userDrawn="1"/>
        </p:nvSpPr>
        <p:spPr>
          <a:xfrm>
            <a:off x="11426179" y="6454130"/>
            <a:ext cx="26042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1400">
                <a:solidFill>
                  <a:srgbClr val="FF0000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8A8675-40C0-40D2-8FCE-EA4A25F48F18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1" name="Picture 10" descr="Logo&#10;&#10;Description automatically generated with medium confidence">
            <a:extLst>
              <a:ext uri="{FF2B5EF4-FFF2-40B4-BE49-F238E27FC236}">
                <a16:creationId xmlns:a16="http://schemas.microsoft.com/office/drawing/2014/main" id="{98C11396-CA4F-6F77-6180-66D54A903B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31" y="117426"/>
            <a:ext cx="1656184" cy="613215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430C807-28E5-5B55-C99A-3C55C091316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809936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with text and illustration">
    <p:bg>
      <p:bgPr>
        <a:blipFill dpi="0" rotWithShape="1">
          <a:blip r:embed="rId2" cstate="print">
            <a:lum/>
          </a:blip>
          <a:srcRect/>
          <a:stretch>
            <a:fillRect l="-100" t="-100" r="-100" b="-1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063A69F-3616-30D9-2351-A568CF1F8B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auto">
          <a:xfrm>
            <a:off x="0" y="0"/>
            <a:ext cx="12195175" cy="6861328"/>
          </a:xfrm>
          <a:custGeom>
            <a:avLst/>
            <a:gdLst>
              <a:gd name="connsiteX0" fmla="*/ 4291 w 12195175"/>
              <a:gd name="connsiteY0" fmla="*/ 6859588 h 6861328"/>
              <a:gd name="connsiteX1" fmla="*/ 5581594 w 12195175"/>
              <a:gd name="connsiteY1" fmla="*/ 6859588 h 6861328"/>
              <a:gd name="connsiteX2" fmla="*/ 5579868 w 12195175"/>
              <a:gd name="connsiteY2" fmla="*/ 6861328 h 6861328"/>
              <a:gd name="connsiteX3" fmla="*/ 6000280 w 12195175"/>
              <a:gd name="connsiteY3" fmla="*/ 0 h 6861328"/>
              <a:gd name="connsiteX4" fmla="*/ 12195175 w 12195175"/>
              <a:gd name="connsiteY4" fmla="*/ 0 h 6861328"/>
              <a:gd name="connsiteX5" fmla="*/ 12195175 w 12195175"/>
              <a:gd name="connsiteY5" fmla="*/ 6859588 h 6861328"/>
              <a:gd name="connsiteX6" fmla="*/ 5581594 w 12195175"/>
              <a:gd name="connsiteY6" fmla="*/ 6859588 h 6861328"/>
              <a:gd name="connsiteX7" fmla="*/ 5891323 w 12195175"/>
              <a:gd name="connsiteY7" fmla="*/ 6547210 h 6861328"/>
              <a:gd name="connsiteX8" fmla="*/ 5997804 w 12195175"/>
              <a:gd name="connsiteY8" fmla="*/ 6344898 h 6861328"/>
              <a:gd name="connsiteX9" fmla="*/ 6000280 w 12195175"/>
              <a:gd name="connsiteY9" fmla="*/ 0 h 6861328"/>
              <a:gd name="connsiteX10" fmla="*/ 0 w 12195175"/>
              <a:gd name="connsiteY10" fmla="*/ 0 h 6861328"/>
              <a:gd name="connsiteX11" fmla="*/ 4292 w 12195175"/>
              <a:gd name="connsiteY11" fmla="*/ 0 h 6861328"/>
              <a:gd name="connsiteX12" fmla="*/ 4291 w 12195175"/>
              <a:gd name="connsiteY12" fmla="*/ 6859588 h 6861328"/>
              <a:gd name="connsiteX13" fmla="*/ 0 w 12195175"/>
              <a:gd name="connsiteY13" fmla="*/ 6859588 h 686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5175" h="6861328">
                <a:moveTo>
                  <a:pt x="4291" y="6859588"/>
                </a:moveTo>
                <a:lnTo>
                  <a:pt x="5581594" y="6859588"/>
                </a:lnTo>
                <a:lnTo>
                  <a:pt x="5579868" y="6861328"/>
                </a:lnTo>
                <a:close/>
                <a:moveTo>
                  <a:pt x="6000280" y="0"/>
                </a:moveTo>
                <a:lnTo>
                  <a:pt x="12195175" y="0"/>
                </a:lnTo>
                <a:lnTo>
                  <a:pt x="12195175" y="6859588"/>
                </a:lnTo>
                <a:lnTo>
                  <a:pt x="5581594" y="6859588"/>
                </a:lnTo>
                <a:lnTo>
                  <a:pt x="5891323" y="6547210"/>
                </a:lnTo>
                <a:cubicBezTo>
                  <a:pt x="5958263" y="6480608"/>
                  <a:pt x="5997743" y="6394128"/>
                  <a:pt x="5997804" y="6344898"/>
                </a:cubicBezTo>
                <a:cubicBezTo>
                  <a:pt x="5996029" y="6046753"/>
                  <a:pt x="6002055" y="298145"/>
                  <a:pt x="6000280" y="0"/>
                </a:cubicBezTo>
                <a:close/>
                <a:moveTo>
                  <a:pt x="0" y="0"/>
                </a:moveTo>
                <a:lnTo>
                  <a:pt x="4292" y="0"/>
                </a:lnTo>
                <a:cubicBezTo>
                  <a:pt x="4292" y="2286529"/>
                  <a:pt x="4291" y="4573059"/>
                  <a:pt x="4291" y="6859588"/>
                </a:cubicBezTo>
                <a:lnTo>
                  <a:pt x="0" y="6859588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r>
              <a:rPr lang="cs-CZ"/>
              <a:t>Kliknutím na ikonu přidáte obrázek.</a:t>
            </a:r>
            <a:endParaRPr lang="en-AT"/>
          </a:p>
        </p:txBody>
      </p:sp>
      <p:sp>
        <p:nvSpPr>
          <p:cNvPr id="15" name="Freeform 14"/>
          <p:cNvSpPr/>
          <p:nvPr userDrawn="1"/>
        </p:nvSpPr>
        <p:spPr>
          <a:xfrm rot="10800000">
            <a:off x="10758670" y="4509914"/>
            <a:ext cx="1009356" cy="1442147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 11"/>
          <p:cNvSpPr/>
          <p:nvPr userDrawn="1"/>
        </p:nvSpPr>
        <p:spPr>
          <a:xfrm>
            <a:off x="0" y="0"/>
            <a:ext cx="5997764" cy="6861328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7764" h="6861328">
                <a:moveTo>
                  <a:pt x="0" y="6859588"/>
                </a:moveTo>
                <a:lnTo>
                  <a:pt x="5575577" y="6861328"/>
                </a:lnTo>
                <a:lnTo>
                  <a:pt x="5887032" y="6547210"/>
                </a:lnTo>
                <a:cubicBezTo>
                  <a:pt x="5953972" y="6480608"/>
                  <a:pt x="5993452" y="6394128"/>
                  <a:pt x="5993513" y="6344898"/>
                </a:cubicBezTo>
                <a:cubicBezTo>
                  <a:pt x="5991738" y="6046753"/>
                  <a:pt x="5997764" y="298145"/>
                  <a:pt x="5995989" y="0"/>
                </a:cubicBezTo>
                <a:lnTo>
                  <a:pt x="1" y="0"/>
                </a:lnTo>
                <a:cubicBezTo>
                  <a:pt x="1" y="2286529"/>
                  <a:pt x="0" y="4573059"/>
                  <a:pt x="0" y="6859588"/>
                </a:cubicBezTo>
                <a:close/>
              </a:path>
            </a:pathLst>
          </a:cu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Freeform 13"/>
          <p:cNvSpPr/>
          <p:nvPr userDrawn="1"/>
        </p:nvSpPr>
        <p:spPr>
          <a:xfrm>
            <a:off x="0" y="0"/>
            <a:ext cx="5260306" cy="6861328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737458 w 5997764"/>
              <a:gd name="connsiteY5" fmla="*/ 0 h 6861328"/>
              <a:gd name="connsiteX6" fmla="*/ 0 w 5997764"/>
              <a:gd name="connsiteY6" fmla="*/ 6859588 h 6861328"/>
              <a:gd name="connsiteX0" fmla="*/ 0 w 5260306"/>
              <a:gd name="connsiteY0" fmla="*/ 6859588 h 6861328"/>
              <a:gd name="connsiteX1" fmla="*/ 4838119 w 5260306"/>
              <a:gd name="connsiteY1" fmla="*/ 6861328 h 6861328"/>
              <a:gd name="connsiteX2" fmla="*/ 5149574 w 5260306"/>
              <a:gd name="connsiteY2" fmla="*/ 6547210 h 6861328"/>
              <a:gd name="connsiteX3" fmla="*/ 5256055 w 5260306"/>
              <a:gd name="connsiteY3" fmla="*/ 6344898 h 6861328"/>
              <a:gd name="connsiteX4" fmla="*/ 5258531 w 5260306"/>
              <a:gd name="connsiteY4" fmla="*/ 0 h 6861328"/>
              <a:gd name="connsiteX5" fmla="*/ 0 w 5260306"/>
              <a:gd name="connsiteY5" fmla="*/ 0 h 6861328"/>
              <a:gd name="connsiteX6" fmla="*/ 0 w 5260306"/>
              <a:gd name="connsiteY6" fmla="*/ 6859588 h 686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0306" h="6861328">
                <a:moveTo>
                  <a:pt x="0" y="6859588"/>
                </a:moveTo>
                <a:lnTo>
                  <a:pt x="4838119" y="6861328"/>
                </a:lnTo>
                <a:lnTo>
                  <a:pt x="5149574" y="6547210"/>
                </a:lnTo>
                <a:cubicBezTo>
                  <a:pt x="5216514" y="6480608"/>
                  <a:pt x="5255994" y="6394128"/>
                  <a:pt x="5256055" y="6344898"/>
                </a:cubicBezTo>
                <a:cubicBezTo>
                  <a:pt x="5254280" y="6046753"/>
                  <a:pt x="5260306" y="298145"/>
                  <a:pt x="5258531" y="0"/>
                </a:cubicBezTo>
                <a:lnTo>
                  <a:pt x="0" y="0"/>
                </a:lnTo>
                <a:lnTo>
                  <a:pt x="0" y="6859588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itle 12">
            <a:extLst>
              <a:ext uri="{FF2B5EF4-FFF2-40B4-BE49-F238E27FC236}">
                <a16:creationId xmlns:a16="http://schemas.microsoft.com/office/drawing/2014/main" id="{E027FD55-6B36-9B2F-C595-E57ECFBA3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948" y="1413570"/>
            <a:ext cx="3672408" cy="800219"/>
          </a:xfrm>
        </p:spPr>
        <p:txBody>
          <a:bodyPr wrap="square" anchor="b">
            <a:sp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F66A6EE-2C83-B3C2-5277-EE7A80C7EA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6948" y="2323251"/>
            <a:ext cx="3672408" cy="226729"/>
          </a:xfrm>
        </p:spPr>
        <p:txBody>
          <a:bodyPr wrap="square">
            <a:spAutoFit/>
          </a:bodyPr>
          <a:lstStyle>
            <a:lvl1pPr marL="0" marR="0" indent="0" algn="l" defTabSz="1088776" rtl="0" eaLnBrk="1" fontAlgn="base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C3428DE3-779E-AA7F-8AFF-E1B9201879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6550" y="2827307"/>
            <a:ext cx="3673475" cy="331236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AT"/>
          </a:p>
        </p:txBody>
      </p:sp>
      <p:sp>
        <p:nvSpPr>
          <p:cNvPr id="9" name="Slide Number Placeholder 109">
            <a:extLst>
              <a:ext uri="{FF2B5EF4-FFF2-40B4-BE49-F238E27FC236}">
                <a16:creationId xmlns:a16="http://schemas.microsoft.com/office/drawing/2014/main" id="{616860A7-EE66-5676-E646-33FE91ADD76B}"/>
              </a:ext>
            </a:extLst>
          </p:cNvPr>
          <p:cNvSpPr txBox="1">
            <a:spLocks/>
          </p:cNvSpPr>
          <p:nvPr userDrawn="1"/>
        </p:nvSpPr>
        <p:spPr>
          <a:xfrm>
            <a:off x="11426179" y="6454130"/>
            <a:ext cx="26042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1400">
                <a:solidFill>
                  <a:srgbClr val="FF0000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8A8675-40C0-40D2-8FCE-EA4A25F48F18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" name="Picture 9" descr="Logo&#10;&#10;Description automatically generated with medium confidence">
            <a:extLst>
              <a:ext uri="{FF2B5EF4-FFF2-40B4-BE49-F238E27FC236}">
                <a16:creationId xmlns:a16="http://schemas.microsoft.com/office/drawing/2014/main" id="{9B11A18F-F638-7CE8-5348-A5DF2650A8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31" y="117426"/>
            <a:ext cx="1656184" cy="613215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C5B1B62-40EB-32EE-6661-D2BFE36C176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201438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ext with banner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 userDrawn="1"/>
        </p:nvSpPr>
        <p:spPr>
          <a:xfrm rot="16200000">
            <a:off x="3126242" y="-2216725"/>
            <a:ext cx="5954726" cy="12207206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3513"/>
              <a:gd name="connsiteY0" fmla="*/ 12219678 h 12221418"/>
              <a:gd name="connsiteX1" fmla="*/ 5575577 w 5993513"/>
              <a:gd name="connsiteY1" fmla="*/ 12221418 h 12221418"/>
              <a:gd name="connsiteX2" fmla="*/ 5887032 w 5993513"/>
              <a:gd name="connsiteY2" fmla="*/ 11907300 h 12221418"/>
              <a:gd name="connsiteX3" fmla="*/ 5993513 w 5993513"/>
              <a:gd name="connsiteY3" fmla="*/ 11704988 h 12221418"/>
              <a:gd name="connsiteX4" fmla="*/ 5987780 w 5993513"/>
              <a:gd name="connsiteY4" fmla="*/ 0 h 12221418"/>
              <a:gd name="connsiteX5" fmla="*/ 1 w 5993513"/>
              <a:gd name="connsiteY5" fmla="*/ 5360090 h 12221418"/>
              <a:gd name="connsiteX6" fmla="*/ 0 w 5993513"/>
              <a:gd name="connsiteY6" fmla="*/ 12219678 h 12221418"/>
              <a:gd name="connsiteX0" fmla="*/ 3542284 w 5993512"/>
              <a:gd name="connsiteY0" fmla="*/ 12215762 h 12221418"/>
              <a:gd name="connsiteX1" fmla="*/ 5575576 w 5993512"/>
              <a:gd name="connsiteY1" fmla="*/ 12221418 h 12221418"/>
              <a:gd name="connsiteX2" fmla="*/ 5887031 w 5993512"/>
              <a:gd name="connsiteY2" fmla="*/ 11907300 h 12221418"/>
              <a:gd name="connsiteX3" fmla="*/ 5993512 w 5993512"/>
              <a:gd name="connsiteY3" fmla="*/ 11704988 h 12221418"/>
              <a:gd name="connsiteX4" fmla="*/ 5987779 w 5993512"/>
              <a:gd name="connsiteY4" fmla="*/ 0 h 12221418"/>
              <a:gd name="connsiteX5" fmla="*/ 0 w 5993512"/>
              <a:gd name="connsiteY5" fmla="*/ 5360090 h 12221418"/>
              <a:gd name="connsiteX6" fmla="*/ 3542284 w 5993512"/>
              <a:gd name="connsiteY6" fmla="*/ 12215762 h 12221418"/>
              <a:gd name="connsiteX0" fmla="*/ 0 w 2451228"/>
              <a:gd name="connsiteY0" fmla="*/ 12215762 h 12221418"/>
              <a:gd name="connsiteX1" fmla="*/ 2033292 w 2451228"/>
              <a:gd name="connsiteY1" fmla="*/ 12221418 h 12221418"/>
              <a:gd name="connsiteX2" fmla="*/ 2344747 w 2451228"/>
              <a:gd name="connsiteY2" fmla="*/ 11907300 h 12221418"/>
              <a:gd name="connsiteX3" fmla="*/ 2451228 w 2451228"/>
              <a:gd name="connsiteY3" fmla="*/ 11704988 h 12221418"/>
              <a:gd name="connsiteX4" fmla="*/ 2445495 w 2451228"/>
              <a:gd name="connsiteY4" fmla="*/ 0 h 12221418"/>
              <a:gd name="connsiteX5" fmla="*/ 0 w 2451228"/>
              <a:gd name="connsiteY5" fmla="*/ 20584 h 12221418"/>
              <a:gd name="connsiteX6" fmla="*/ 0 w 2451228"/>
              <a:gd name="connsiteY6" fmla="*/ 12215762 h 12221418"/>
              <a:gd name="connsiteX0" fmla="*/ 0 w 2451228"/>
              <a:gd name="connsiteY0" fmla="*/ 12202114 h 12207770"/>
              <a:gd name="connsiteX1" fmla="*/ 2033292 w 2451228"/>
              <a:gd name="connsiteY1" fmla="*/ 12207770 h 12207770"/>
              <a:gd name="connsiteX2" fmla="*/ 2344747 w 2451228"/>
              <a:gd name="connsiteY2" fmla="*/ 11893652 h 12207770"/>
              <a:gd name="connsiteX3" fmla="*/ 2451228 w 2451228"/>
              <a:gd name="connsiteY3" fmla="*/ 11691340 h 12207770"/>
              <a:gd name="connsiteX4" fmla="*/ 2441055 w 2451228"/>
              <a:gd name="connsiteY4" fmla="*/ 0 h 12207770"/>
              <a:gd name="connsiteX5" fmla="*/ 0 w 2451228"/>
              <a:gd name="connsiteY5" fmla="*/ 6936 h 12207770"/>
              <a:gd name="connsiteX6" fmla="*/ 0 w 2451228"/>
              <a:gd name="connsiteY6" fmla="*/ 12202114 h 12207770"/>
              <a:gd name="connsiteX0" fmla="*/ 0 w 2451228"/>
              <a:gd name="connsiteY0" fmla="*/ 12195178 h 12200834"/>
              <a:gd name="connsiteX1" fmla="*/ 2033292 w 2451228"/>
              <a:gd name="connsiteY1" fmla="*/ 12200834 h 12200834"/>
              <a:gd name="connsiteX2" fmla="*/ 2344747 w 2451228"/>
              <a:gd name="connsiteY2" fmla="*/ 11886716 h 12200834"/>
              <a:gd name="connsiteX3" fmla="*/ 2451228 w 2451228"/>
              <a:gd name="connsiteY3" fmla="*/ 11684404 h 12200834"/>
              <a:gd name="connsiteX4" fmla="*/ 2439518 w 2451228"/>
              <a:gd name="connsiteY4" fmla="*/ 1656 h 12200834"/>
              <a:gd name="connsiteX5" fmla="*/ 0 w 2451228"/>
              <a:gd name="connsiteY5" fmla="*/ 0 h 12200834"/>
              <a:gd name="connsiteX6" fmla="*/ 0 w 2451228"/>
              <a:gd name="connsiteY6" fmla="*/ 12195178 h 12200834"/>
              <a:gd name="connsiteX0" fmla="*/ 0 w 2451228"/>
              <a:gd name="connsiteY0" fmla="*/ 12195178 h 12195178"/>
              <a:gd name="connsiteX1" fmla="*/ 2018671 w 2451228"/>
              <a:gd name="connsiteY1" fmla="*/ 12192340 h 12195178"/>
              <a:gd name="connsiteX2" fmla="*/ 2344747 w 2451228"/>
              <a:gd name="connsiteY2" fmla="*/ 11886716 h 12195178"/>
              <a:gd name="connsiteX3" fmla="*/ 2451228 w 2451228"/>
              <a:gd name="connsiteY3" fmla="*/ 11684404 h 12195178"/>
              <a:gd name="connsiteX4" fmla="*/ 2439518 w 2451228"/>
              <a:gd name="connsiteY4" fmla="*/ 1656 h 12195178"/>
              <a:gd name="connsiteX5" fmla="*/ 0 w 2451228"/>
              <a:gd name="connsiteY5" fmla="*/ 0 h 12195178"/>
              <a:gd name="connsiteX6" fmla="*/ 0 w 2451228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44747 w 2444782"/>
              <a:gd name="connsiteY2" fmla="*/ 1188671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4956105"/>
              <a:gd name="connsiteY0" fmla="*/ 12195175 h 12195175"/>
              <a:gd name="connsiteX1" fmla="*/ 4529994 w 4956105"/>
              <a:gd name="connsiteY1" fmla="*/ 12192340 h 12195175"/>
              <a:gd name="connsiteX2" fmla="*/ 4825896 w 4956105"/>
              <a:gd name="connsiteY2" fmla="*/ 11898506 h 12195175"/>
              <a:gd name="connsiteX3" fmla="*/ 4956105 w 4956105"/>
              <a:gd name="connsiteY3" fmla="*/ 11651193 h 12195175"/>
              <a:gd name="connsiteX4" fmla="*/ 4950841 w 4956105"/>
              <a:gd name="connsiteY4" fmla="*/ 1656 h 12195175"/>
              <a:gd name="connsiteX5" fmla="*/ 2511323 w 4956105"/>
              <a:gd name="connsiteY5" fmla="*/ 0 h 12195175"/>
              <a:gd name="connsiteX6" fmla="*/ 0 w 4956105"/>
              <a:gd name="connsiteY6" fmla="*/ 12195175 h 12195175"/>
              <a:gd name="connsiteX0" fmla="*/ 0 w 4956105"/>
              <a:gd name="connsiteY0" fmla="*/ 12195174 h 12195174"/>
              <a:gd name="connsiteX1" fmla="*/ 4529994 w 4956105"/>
              <a:gd name="connsiteY1" fmla="*/ 12192339 h 12195174"/>
              <a:gd name="connsiteX2" fmla="*/ 4825896 w 4956105"/>
              <a:gd name="connsiteY2" fmla="*/ 11898505 h 12195174"/>
              <a:gd name="connsiteX3" fmla="*/ 4956105 w 4956105"/>
              <a:gd name="connsiteY3" fmla="*/ 11651192 h 12195174"/>
              <a:gd name="connsiteX4" fmla="*/ 4950841 w 4956105"/>
              <a:gd name="connsiteY4" fmla="*/ 1655 h 12195174"/>
              <a:gd name="connsiteX5" fmla="*/ 0 w 4956105"/>
              <a:gd name="connsiteY5" fmla="*/ 0 h 12195174"/>
              <a:gd name="connsiteX6" fmla="*/ 0 w 4956105"/>
              <a:gd name="connsiteY6" fmla="*/ 12195174 h 12195174"/>
              <a:gd name="connsiteX0" fmla="*/ 998621 w 5954726"/>
              <a:gd name="connsiteY0" fmla="*/ 12195174 h 12195174"/>
              <a:gd name="connsiteX1" fmla="*/ 5528615 w 5954726"/>
              <a:gd name="connsiteY1" fmla="*/ 12192339 h 12195174"/>
              <a:gd name="connsiteX2" fmla="*/ 5824517 w 5954726"/>
              <a:gd name="connsiteY2" fmla="*/ 11898505 h 12195174"/>
              <a:gd name="connsiteX3" fmla="*/ 5954726 w 5954726"/>
              <a:gd name="connsiteY3" fmla="*/ 11651192 h 12195174"/>
              <a:gd name="connsiteX4" fmla="*/ 5949462 w 5954726"/>
              <a:gd name="connsiteY4" fmla="*/ 1655 h 12195174"/>
              <a:gd name="connsiteX5" fmla="*/ 0 w 5954726"/>
              <a:gd name="connsiteY5" fmla="*/ 0 h 12195174"/>
              <a:gd name="connsiteX6" fmla="*/ 998621 w 5954726"/>
              <a:gd name="connsiteY6" fmla="*/ 12195174 h 12195174"/>
              <a:gd name="connsiteX0" fmla="*/ 0 w 5954726"/>
              <a:gd name="connsiteY0" fmla="*/ 12207206 h 12207206"/>
              <a:gd name="connsiteX1" fmla="*/ 5528615 w 5954726"/>
              <a:gd name="connsiteY1" fmla="*/ 12192339 h 12207206"/>
              <a:gd name="connsiteX2" fmla="*/ 5824517 w 5954726"/>
              <a:gd name="connsiteY2" fmla="*/ 11898505 h 12207206"/>
              <a:gd name="connsiteX3" fmla="*/ 5954726 w 5954726"/>
              <a:gd name="connsiteY3" fmla="*/ 11651192 h 12207206"/>
              <a:gd name="connsiteX4" fmla="*/ 5949462 w 5954726"/>
              <a:gd name="connsiteY4" fmla="*/ 1655 h 12207206"/>
              <a:gd name="connsiteX5" fmla="*/ 0 w 5954726"/>
              <a:gd name="connsiteY5" fmla="*/ 0 h 12207206"/>
              <a:gd name="connsiteX6" fmla="*/ 0 w 5954726"/>
              <a:gd name="connsiteY6" fmla="*/ 12207206 h 1220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4726" h="12207206">
                <a:moveTo>
                  <a:pt x="0" y="12207206"/>
                </a:moveTo>
                <a:lnTo>
                  <a:pt x="5528615" y="12192339"/>
                </a:lnTo>
                <a:lnTo>
                  <a:pt x="5824517" y="11898505"/>
                </a:lnTo>
                <a:cubicBezTo>
                  <a:pt x="5925107" y="11801962"/>
                  <a:pt x="5945764" y="11762947"/>
                  <a:pt x="5954726" y="11651192"/>
                </a:cubicBezTo>
                <a:cubicBezTo>
                  <a:pt x="5952951" y="11353047"/>
                  <a:pt x="5951237" y="299800"/>
                  <a:pt x="5949462" y="1655"/>
                </a:cubicBezTo>
                <a:lnTo>
                  <a:pt x="0" y="0"/>
                </a:lnTo>
                <a:lnTo>
                  <a:pt x="0" y="1220720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109">
            <a:extLst>
              <a:ext uri="{FF2B5EF4-FFF2-40B4-BE49-F238E27FC236}">
                <a16:creationId xmlns:a16="http://schemas.microsoft.com/office/drawing/2014/main" id="{494782E4-17B8-06A6-9E3E-12CBE12D302B}"/>
              </a:ext>
            </a:extLst>
          </p:cNvPr>
          <p:cNvSpPr txBox="1">
            <a:spLocks/>
          </p:cNvSpPr>
          <p:nvPr userDrawn="1"/>
        </p:nvSpPr>
        <p:spPr>
          <a:xfrm>
            <a:off x="11426179" y="6454130"/>
            <a:ext cx="26042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1400">
                <a:solidFill>
                  <a:srgbClr val="FF0000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8A8675-40C0-40D2-8FCE-EA4A25F48F18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32A395ED-0449-05FA-83A9-A0D83E4EF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955" y="1105722"/>
            <a:ext cx="11315701" cy="30784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GB"/>
          </a:p>
        </p:txBody>
      </p:sp>
      <p:pic>
        <p:nvPicPr>
          <p:cNvPr id="2" name="Picture 1" descr="Logo&#10;&#10;Description automatically generated with medium confidence">
            <a:extLst>
              <a:ext uri="{FF2B5EF4-FFF2-40B4-BE49-F238E27FC236}">
                <a16:creationId xmlns:a16="http://schemas.microsoft.com/office/drawing/2014/main" id="{4A86E9AE-4F13-A834-D062-E9B29C06CE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31" y="117426"/>
            <a:ext cx="1656184" cy="613215"/>
          </a:xfrm>
          <a:prstGeom prst="rect">
            <a:avLst/>
          </a:pr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C2F6293-93D6-1294-6900-99CC7F7A1F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1269632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s for lots of content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 userDrawn="1"/>
        </p:nvSpPr>
        <p:spPr>
          <a:xfrm rot="16200000">
            <a:off x="3126242" y="-2216725"/>
            <a:ext cx="5954726" cy="12207206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3513"/>
              <a:gd name="connsiteY0" fmla="*/ 12219678 h 12221418"/>
              <a:gd name="connsiteX1" fmla="*/ 5575577 w 5993513"/>
              <a:gd name="connsiteY1" fmla="*/ 12221418 h 12221418"/>
              <a:gd name="connsiteX2" fmla="*/ 5887032 w 5993513"/>
              <a:gd name="connsiteY2" fmla="*/ 11907300 h 12221418"/>
              <a:gd name="connsiteX3" fmla="*/ 5993513 w 5993513"/>
              <a:gd name="connsiteY3" fmla="*/ 11704988 h 12221418"/>
              <a:gd name="connsiteX4" fmla="*/ 5987780 w 5993513"/>
              <a:gd name="connsiteY4" fmla="*/ 0 h 12221418"/>
              <a:gd name="connsiteX5" fmla="*/ 1 w 5993513"/>
              <a:gd name="connsiteY5" fmla="*/ 5360090 h 12221418"/>
              <a:gd name="connsiteX6" fmla="*/ 0 w 5993513"/>
              <a:gd name="connsiteY6" fmla="*/ 12219678 h 12221418"/>
              <a:gd name="connsiteX0" fmla="*/ 3542284 w 5993512"/>
              <a:gd name="connsiteY0" fmla="*/ 12215762 h 12221418"/>
              <a:gd name="connsiteX1" fmla="*/ 5575576 w 5993512"/>
              <a:gd name="connsiteY1" fmla="*/ 12221418 h 12221418"/>
              <a:gd name="connsiteX2" fmla="*/ 5887031 w 5993512"/>
              <a:gd name="connsiteY2" fmla="*/ 11907300 h 12221418"/>
              <a:gd name="connsiteX3" fmla="*/ 5993512 w 5993512"/>
              <a:gd name="connsiteY3" fmla="*/ 11704988 h 12221418"/>
              <a:gd name="connsiteX4" fmla="*/ 5987779 w 5993512"/>
              <a:gd name="connsiteY4" fmla="*/ 0 h 12221418"/>
              <a:gd name="connsiteX5" fmla="*/ 0 w 5993512"/>
              <a:gd name="connsiteY5" fmla="*/ 5360090 h 12221418"/>
              <a:gd name="connsiteX6" fmla="*/ 3542284 w 5993512"/>
              <a:gd name="connsiteY6" fmla="*/ 12215762 h 12221418"/>
              <a:gd name="connsiteX0" fmla="*/ 0 w 2451228"/>
              <a:gd name="connsiteY0" fmla="*/ 12215762 h 12221418"/>
              <a:gd name="connsiteX1" fmla="*/ 2033292 w 2451228"/>
              <a:gd name="connsiteY1" fmla="*/ 12221418 h 12221418"/>
              <a:gd name="connsiteX2" fmla="*/ 2344747 w 2451228"/>
              <a:gd name="connsiteY2" fmla="*/ 11907300 h 12221418"/>
              <a:gd name="connsiteX3" fmla="*/ 2451228 w 2451228"/>
              <a:gd name="connsiteY3" fmla="*/ 11704988 h 12221418"/>
              <a:gd name="connsiteX4" fmla="*/ 2445495 w 2451228"/>
              <a:gd name="connsiteY4" fmla="*/ 0 h 12221418"/>
              <a:gd name="connsiteX5" fmla="*/ 0 w 2451228"/>
              <a:gd name="connsiteY5" fmla="*/ 20584 h 12221418"/>
              <a:gd name="connsiteX6" fmla="*/ 0 w 2451228"/>
              <a:gd name="connsiteY6" fmla="*/ 12215762 h 12221418"/>
              <a:gd name="connsiteX0" fmla="*/ 0 w 2451228"/>
              <a:gd name="connsiteY0" fmla="*/ 12202114 h 12207770"/>
              <a:gd name="connsiteX1" fmla="*/ 2033292 w 2451228"/>
              <a:gd name="connsiteY1" fmla="*/ 12207770 h 12207770"/>
              <a:gd name="connsiteX2" fmla="*/ 2344747 w 2451228"/>
              <a:gd name="connsiteY2" fmla="*/ 11893652 h 12207770"/>
              <a:gd name="connsiteX3" fmla="*/ 2451228 w 2451228"/>
              <a:gd name="connsiteY3" fmla="*/ 11691340 h 12207770"/>
              <a:gd name="connsiteX4" fmla="*/ 2441055 w 2451228"/>
              <a:gd name="connsiteY4" fmla="*/ 0 h 12207770"/>
              <a:gd name="connsiteX5" fmla="*/ 0 w 2451228"/>
              <a:gd name="connsiteY5" fmla="*/ 6936 h 12207770"/>
              <a:gd name="connsiteX6" fmla="*/ 0 w 2451228"/>
              <a:gd name="connsiteY6" fmla="*/ 12202114 h 12207770"/>
              <a:gd name="connsiteX0" fmla="*/ 0 w 2451228"/>
              <a:gd name="connsiteY0" fmla="*/ 12195178 h 12200834"/>
              <a:gd name="connsiteX1" fmla="*/ 2033292 w 2451228"/>
              <a:gd name="connsiteY1" fmla="*/ 12200834 h 12200834"/>
              <a:gd name="connsiteX2" fmla="*/ 2344747 w 2451228"/>
              <a:gd name="connsiteY2" fmla="*/ 11886716 h 12200834"/>
              <a:gd name="connsiteX3" fmla="*/ 2451228 w 2451228"/>
              <a:gd name="connsiteY3" fmla="*/ 11684404 h 12200834"/>
              <a:gd name="connsiteX4" fmla="*/ 2439518 w 2451228"/>
              <a:gd name="connsiteY4" fmla="*/ 1656 h 12200834"/>
              <a:gd name="connsiteX5" fmla="*/ 0 w 2451228"/>
              <a:gd name="connsiteY5" fmla="*/ 0 h 12200834"/>
              <a:gd name="connsiteX6" fmla="*/ 0 w 2451228"/>
              <a:gd name="connsiteY6" fmla="*/ 12195178 h 12200834"/>
              <a:gd name="connsiteX0" fmla="*/ 0 w 2451228"/>
              <a:gd name="connsiteY0" fmla="*/ 12195178 h 12195178"/>
              <a:gd name="connsiteX1" fmla="*/ 2018671 w 2451228"/>
              <a:gd name="connsiteY1" fmla="*/ 12192340 h 12195178"/>
              <a:gd name="connsiteX2" fmla="*/ 2344747 w 2451228"/>
              <a:gd name="connsiteY2" fmla="*/ 11886716 h 12195178"/>
              <a:gd name="connsiteX3" fmla="*/ 2451228 w 2451228"/>
              <a:gd name="connsiteY3" fmla="*/ 11684404 h 12195178"/>
              <a:gd name="connsiteX4" fmla="*/ 2439518 w 2451228"/>
              <a:gd name="connsiteY4" fmla="*/ 1656 h 12195178"/>
              <a:gd name="connsiteX5" fmla="*/ 0 w 2451228"/>
              <a:gd name="connsiteY5" fmla="*/ 0 h 12195178"/>
              <a:gd name="connsiteX6" fmla="*/ 0 w 2451228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44747 w 2444782"/>
              <a:gd name="connsiteY2" fmla="*/ 1188671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4956105"/>
              <a:gd name="connsiteY0" fmla="*/ 12195175 h 12195175"/>
              <a:gd name="connsiteX1" fmla="*/ 4529994 w 4956105"/>
              <a:gd name="connsiteY1" fmla="*/ 12192340 h 12195175"/>
              <a:gd name="connsiteX2" fmla="*/ 4825896 w 4956105"/>
              <a:gd name="connsiteY2" fmla="*/ 11898506 h 12195175"/>
              <a:gd name="connsiteX3" fmla="*/ 4956105 w 4956105"/>
              <a:gd name="connsiteY3" fmla="*/ 11651193 h 12195175"/>
              <a:gd name="connsiteX4" fmla="*/ 4950841 w 4956105"/>
              <a:gd name="connsiteY4" fmla="*/ 1656 h 12195175"/>
              <a:gd name="connsiteX5" fmla="*/ 2511323 w 4956105"/>
              <a:gd name="connsiteY5" fmla="*/ 0 h 12195175"/>
              <a:gd name="connsiteX6" fmla="*/ 0 w 4956105"/>
              <a:gd name="connsiteY6" fmla="*/ 12195175 h 12195175"/>
              <a:gd name="connsiteX0" fmla="*/ 0 w 4956105"/>
              <a:gd name="connsiteY0" fmla="*/ 12195174 h 12195174"/>
              <a:gd name="connsiteX1" fmla="*/ 4529994 w 4956105"/>
              <a:gd name="connsiteY1" fmla="*/ 12192339 h 12195174"/>
              <a:gd name="connsiteX2" fmla="*/ 4825896 w 4956105"/>
              <a:gd name="connsiteY2" fmla="*/ 11898505 h 12195174"/>
              <a:gd name="connsiteX3" fmla="*/ 4956105 w 4956105"/>
              <a:gd name="connsiteY3" fmla="*/ 11651192 h 12195174"/>
              <a:gd name="connsiteX4" fmla="*/ 4950841 w 4956105"/>
              <a:gd name="connsiteY4" fmla="*/ 1655 h 12195174"/>
              <a:gd name="connsiteX5" fmla="*/ 0 w 4956105"/>
              <a:gd name="connsiteY5" fmla="*/ 0 h 12195174"/>
              <a:gd name="connsiteX6" fmla="*/ 0 w 4956105"/>
              <a:gd name="connsiteY6" fmla="*/ 12195174 h 12195174"/>
              <a:gd name="connsiteX0" fmla="*/ 998621 w 5954726"/>
              <a:gd name="connsiteY0" fmla="*/ 12195174 h 12195174"/>
              <a:gd name="connsiteX1" fmla="*/ 5528615 w 5954726"/>
              <a:gd name="connsiteY1" fmla="*/ 12192339 h 12195174"/>
              <a:gd name="connsiteX2" fmla="*/ 5824517 w 5954726"/>
              <a:gd name="connsiteY2" fmla="*/ 11898505 h 12195174"/>
              <a:gd name="connsiteX3" fmla="*/ 5954726 w 5954726"/>
              <a:gd name="connsiteY3" fmla="*/ 11651192 h 12195174"/>
              <a:gd name="connsiteX4" fmla="*/ 5949462 w 5954726"/>
              <a:gd name="connsiteY4" fmla="*/ 1655 h 12195174"/>
              <a:gd name="connsiteX5" fmla="*/ 0 w 5954726"/>
              <a:gd name="connsiteY5" fmla="*/ 0 h 12195174"/>
              <a:gd name="connsiteX6" fmla="*/ 998621 w 5954726"/>
              <a:gd name="connsiteY6" fmla="*/ 12195174 h 12195174"/>
              <a:gd name="connsiteX0" fmla="*/ 0 w 5954726"/>
              <a:gd name="connsiteY0" fmla="*/ 12207206 h 12207206"/>
              <a:gd name="connsiteX1" fmla="*/ 5528615 w 5954726"/>
              <a:gd name="connsiteY1" fmla="*/ 12192339 h 12207206"/>
              <a:gd name="connsiteX2" fmla="*/ 5824517 w 5954726"/>
              <a:gd name="connsiteY2" fmla="*/ 11898505 h 12207206"/>
              <a:gd name="connsiteX3" fmla="*/ 5954726 w 5954726"/>
              <a:gd name="connsiteY3" fmla="*/ 11651192 h 12207206"/>
              <a:gd name="connsiteX4" fmla="*/ 5949462 w 5954726"/>
              <a:gd name="connsiteY4" fmla="*/ 1655 h 12207206"/>
              <a:gd name="connsiteX5" fmla="*/ 0 w 5954726"/>
              <a:gd name="connsiteY5" fmla="*/ 0 h 12207206"/>
              <a:gd name="connsiteX6" fmla="*/ 0 w 5954726"/>
              <a:gd name="connsiteY6" fmla="*/ 12207206 h 1220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4726" h="12207206">
                <a:moveTo>
                  <a:pt x="0" y="12207206"/>
                </a:moveTo>
                <a:lnTo>
                  <a:pt x="5528615" y="12192339"/>
                </a:lnTo>
                <a:lnTo>
                  <a:pt x="5824517" y="11898505"/>
                </a:lnTo>
                <a:cubicBezTo>
                  <a:pt x="5925107" y="11801962"/>
                  <a:pt x="5945764" y="11762947"/>
                  <a:pt x="5954726" y="11651192"/>
                </a:cubicBezTo>
                <a:cubicBezTo>
                  <a:pt x="5952951" y="11353047"/>
                  <a:pt x="5951237" y="299800"/>
                  <a:pt x="5949462" y="1655"/>
                </a:cubicBezTo>
                <a:lnTo>
                  <a:pt x="0" y="0"/>
                </a:lnTo>
                <a:lnTo>
                  <a:pt x="0" y="1220720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109">
            <a:extLst>
              <a:ext uri="{FF2B5EF4-FFF2-40B4-BE49-F238E27FC236}">
                <a16:creationId xmlns:a16="http://schemas.microsoft.com/office/drawing/2014/main" id="{494782E4-17B8-06A6-9E3E-12CBE12D302B}"/>
              </a:ext>
            </a:extLst>
          </p:cNvPr>
          <p:cNvSpPr txBox="1">
            <a:spLocks/>
          </p:cNvSpPr>
          <p:nvPr userDrawn="1"/>
        </p:nvSpPr>
        <p:spPr>
          <a:xfrm>
            <a:off x="11426179" y="6454130"/>
            <a:ext cx="26042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1400">
                <a:solidFill>
                  <a:srgbClr val="FF0000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8A8675-40C0-40D2-8FCE-EA4A25F48F18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 descr="Logo&#10;&#10;Description automatically generated with medium confidence">
            <a:extLst>
              <a:ext uri="{FF2B5EF4-FFF2-40B4-BE49-F238E27FC236}">
                <a16:creationId xmlns:a16="http://schemas.microsoft.com/office/drawing/2014/main" id="{4A86E9AE-4F13-A834-D062-E9B29C06CE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31" y="117426"/>
            <a:ext cx="1656184" cy="613215"/>
          </a:xfrm>
          <a:prstGeom prst="rect">
            <a:avLst/>
          </a:pr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C2F6293-93D6-1294-6900-99CC7F7A1F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Presentation title</a:t>
            </a:r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65C3B53B-12F1-320F-6533-B70039B11D33}"/>
              </a:ext>
            </a:extLst>
          </p:cNvPr>
          <p:cNvCxnSpPr>
            <a:cxnSpLocks/>
          </p:cNvCxnSpPr>
          <p:nvPr userDrawn="1"/>
        </p:nvCxnSpPr>
        <p:spPr>
          <a:xfrm>
            <a:off x="2296249" y="243114"/>
            <a:ext cx="0" cy="46800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3">
            <a:extLst>
              <a:ext uri="{FF2B5EF4-FFF2-40B4-BE49-F238E27FC236}">
                <a16:creationId xmlns:a16="http://schemas.microsoft.com/office/drawing/2014/main" id="{25FC9CD9-C6A3-1A04-6179-17B394514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8011" y="220198"/>
            <a:ext cx="9418440" cy="597948"/>
          </a:xfrm>
        </p:spPr>
        <p:txBody>
          <a:bodyPr/>
          <a:lstStyle>
            <a:lvl1pPr>
              <a:lnSpc>
                <a:spcPts val="2000"/>
              </a:lnSpc>
              <a:defRPr sz="2000"/>
            </a:lvl1pPr>
          </a:lstStyle>
          <a:p>
            <a:r>
              <a:rPr lang="cs-CZ"/>
              <a:t>Kliknutím lze upravit styl.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1985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32A395ED-0449-05FA-83A9-A0D83E4EF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955" y="3275870"/>
            <a:ext cx="11315701" cy="307848"/>
          </a:xfrm>
        </p:spPr>
        <p:txBody>
          <a:bodyPr/>
          <a:lstStyle>
            <a:lvl1pPr algn="ctr">
              <a:defRPr/>
            </a:lvl1pPr>
          </a:lstStyle>
          <a:p>
            <a:r>
              <a:rPr lang="cs-CZ"/>
              <a:t>Kliknutím lze upravit styl.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8954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 and 2/3">
    <p:bg>
      <p:bgPr>
        <a:solidFill>
          <a:srgbClr val="F8F6F2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/>
          <p:cNvSpPr/>
          <p:nvPr userDrawn="1"/>
        </p:nvSpPr>
        <p:spPr>
          <a:xfrm>
            <a:off x="0" y="0"/>
            <a:ext cx="4071938" cy="6861328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233540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925826 w 5997764"/>
              <a:gd name="connsiteY5" fmla="*/ 0 h 6861328"/>
              <a:gd name="connsiteX6" fmla="*/ 0 w 5997764"/>
              <a:gd name="connsiteY6" fmla="*/ 6859588 h 6861328"/>
              <a:gd name="connsiteX0" fmla="*/ 0 w 4071938"/>
              <a:gd name="connsiteY0" fmla="*/ 6859588 h 6861328"/>
              <a:gd name="connsiteX1" fmla="*/ 3649751 w 4071938"/>
              <a:gd name="connsiteY1" fmla="*/ 6861328 h 6861328"/>
              <a:gd name="connsiteX2" fmla="*/ 3961206 w 4071938"/>
              <a:gd name="connsiteY2" fmla="*/ 6547210 h 6861328"/>
              <a:gd name="connsiteX3" fmla="*/ 4067687 w 4071938"/>
              <a:gd name="connsiteY3" fmla="*/ 6344898 h 6861328"/>
              <a:gd name="connsiteX4" fmla="*/ 4070163 w 4071938"/>
              <a:gd name="connsiteY4" fmla="*/ 0 h 6861328"/>
              <a:gd name="connsiteX5" fmla="*/ 0 w 4071938"/>
              <a:gd name="connsiteY5" fmla="*/ 0 h 6861328"/>
              <a:gd name="connsiteX6" fmla="*/ 0 w 4071938"/>
              <a:gd name="connsiteY6" fmla="*/ 6859588 h 686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938" h="6861328">
                <a:moveTo>
                  <a:pt x="0" y="6859588"/>
                </a:moveTo>
                <a:lnTo>
                  <a:pt x="3649751" y="6861328"/>
                </a:lnTo>
                <a:lnTo>
                  <a:pt x="3961206" y="6547210"/>
                </a:lnTo>
                <a:cubicBezTo>
                  <a:pt x="4028146" y="6480608"/>
                  <a:pt x="4067626" y="6394128"/>
                  <a:pt x="4067687" y="6344898"/>
                </a:cubicBezTo>
                <a:cubicBezTo>
                  <a:pt x="4065912" y="6046753"/>
                  <a:pt x="4071938" y="298145"/>
                  <a:pt x="4070163" y="0"/>
                </a:cubicBezTo>
                <a:lnTo>
                  <a:pt x="0" y="0"/>
                </a:lnTo>
                <a:lnTo>
                  <a:pt x="0" y="6859588"/>
                </a:lnTo>
                <a:close/>
              </a:path>
            </a:pathLst>
          </a:cu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4433887" y="2493690"/>
            <a:ext cx="7332663" cy="3465785"/>
          </a:xfrm>
        </p:spPr>
        <p:txBody>
          <a:bodyPr numCol="2" spcCol="144000"/>
          <a:lstStyle>
            <a:lvl1pPr marL="406400" indent="-406400">
              <a:spcBef>
                <a:spcPts val="2100"/>
              </a:spcBef>
              <a:spcAft>
                <a:spcPts val="0"/>
              </a:spcAft>
              <a:buFont typeface="+mj-lt"/>
              <a:buAutoNum type="arabicPeriod"/>
              <a:defRPr sz="1800">
                <a:solidFill>
                  <a:schemeClr val="tx2"/>
                </a:solidFill>
              </a:defRPr>
            </a:lvl1pPr>
            <a:lvl2pPr marL="579438" indent="-179388">
              <a:spcBef>
                <a:spcPts val="400"/>
              </a:spcBef>
              <a:defRPr>
                <a:solidFill>
                  <a:schemeClr val="tx2"/>
                </a:solidFill>
              </a:defRPr>
            </a:lvl2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</p:txBody>
      </p:sp>
      <p:sp>
        <p:nvSpPr>
          <p:cNvPr id="5" name="Slide Number Placeholder 109">
            <a:extLst>
              <a:ext uri="{FF2B5EF4-FFF2-40B4-BE49-F238E27FC236}">
                <a16:creationId xmlns:a16="http://schemas.microsoft.com/office/drawing/2014/main" id="{162F2703-C290-8CD5-AEF8-49FD6D2BFFA8}"/>
              </a:ext>
            </a:extLst>
          </p:cNvPr>
          <p:cNvSpPr txBox="1">
            <a:spLocks/>
          </p:cNvSpPr>
          <p:nvPr userDrawn="1"/>
        </p:nvSpPr>
        <p:spPr>
          <a:xfrm>
            <a:off x="11426179" y="6454130"/>
            <a:ext cx="26042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1400">
                <a:solidFill>
                  <a:srgbClr val="FF0000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8A8675-40C0-40D2-8FCE-EA4A25F48F18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 descr="BlackLogo.png">
            <a:extLst>
              <a:ext uri="{FF2B5EF4-FFF2-40B4-BE49-F238E27FC236}">
                <a16:creationId xmlns:a16="http://schemas.microsoft.com/office/drawing/2014/main" id="{60C7FFFC-EAC3-F576-6E9A-0581241078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36947" y="261442"/>
            <a:ext cx="1326781" cy="334048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A0A21FB-3311-55CF-3E60-211AA622E72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Presentation title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5D20FAD-214C-40F6-EF6D-822B66D6B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599" y="1627402"/>
            <a:ext cx="3329354" cy="3142492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598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ext content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C85DACF0-9329-EE51-C4B2-D56E9D65618C}"/>
              </a:ext>
            </a:extLst>
          </p:cNvPr>
          <p:cNvSpPr/>
          <p:nvPr userDrawn="1"/>
        </p:nvSpPr>
        <p:spPr>
          <a:xfrm rot="16200000">
            <a:off x="3126242" y="-2216725"/>
            <a:ext cx="5954726" cy="12207206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3513"/>
              <a:gd name="connsiteY0" fmla="*/ 12219678 h 12221418"/>
              <a:gd name="connsiteX1" fmla="*/ 5575577 w 5993513"/>
              <a:gd name="connsiteY1" fmla="*/ 12221418 h 12221418"/>
              <a:gd name="connsiteX2" fmla="*/ 5887032 w 5993513"/>
              <a:gd name="connsiteY2" fmla="*/ 11907300 h 12221418"/>
              <a:gd name="connsiteX3" fmla="*/ 5993513 w 5993513"/>
              <a:gd name="connsiteY3" fmla="*/ 11704988 h 12221418"/>
              <a:gd name="connsiteX4" fmla="*/ 5987780 w 5993513"/>
              <a:gd name="connsiteY4" fmla="*/ 0 h 12221418"/>
              <a:gd name="connsiteX5" fmla="*/ 1 w 5993513"/>
              <a:gd name="connsiteY5" fmla="*/ 5360090 h 12221418"/>
              <a:gd name="connsiteX6" fmla="*/ 0 w 5993513"/>
              <a:gd name="connsiteY6" fmla="*/ 12219678 h 12221418"/>
              <a:gd name="connsiteX0" fmla="*/ 3542284 w 5993512"/>
              <a:gd name="connsiteY0" fmla="*/ 12215762 h 12221418"/>
              <a:gd name="connsiteX1" fmla="*/ 5575576 w 5993512"/>
              <a:gd name="connsiteY1" fmla="*/ 12221418 h 12221418"/>
              <a:gd name="connsiteX2" fmla="*/ 5887031 w 5993512"/>
              <a:gd name="connsiteY2" fmla="*/ 11907300 h 12221418"/>
              <a:gd name="connsiteX3" fmla="*/ 5993512 w 5993512"/>
              <a:gd name="connsiteY3" fmla="*/ 11704988 h 12221418"/>
              <a:gd name="connsiteX4" fmla="*/ 5987779 w 5993512"/>
              <a:gd name="connsiteY4" fmla="*/ 0 h 12221418"/>
              <a:gd name="connsiteX5" fmla="*/ 0 w 5993512"/>
              <a:gd name="connsiteY5" fmla="*/ 5360090 h 12221418"/>
              <a:gd name="connsiteX6" fmla="*/ 3542284 w 5993512"/>
              <a:gd name="connsiteY6" fmla="*/ 12215762 h 12221418"/>
              <a:gd name="connsiteX0" fmla="*/ 0 w 2451228"/>
              <a:gd name="connsiteY0" fmla="*/ 12215762 h 12221418"/>
              <a:gd name="connsiteX1" fmla="*/ 2033292 w 2451228"/>
              <a:gd name="connsiteY1" fmla="*/ 12221418 h 12221418"/>
              <a:gd name="connsiteX2" fmla="*/ 2344747 w 2451228"/>
              <a:gd name="connsiteY2" fmla="*/ 11907300 h 12221418"/>
              <a:gd name="connsiteX3" fmla="*/ 2451228 w 2451228"/>
              <a:gd name="connsiteY3" fmla="*/ 11704988 h 12221418"/>
              <a:gd name="connsiteX4" fmla="*/ 2445495 w 2451228"/>
              <a:gd name="connsiteY4" fmla="*/ 0 h 12221418"/>
              <a:gd name="connsiteX5" fmla="*/ 0 w 2451228"/>
              <a:gd name="connsiteY5" fmla="*/ 20584 h 12221418"/>
              <a:gd name="connsiteX6" fmla="*/ 0 w 2451228"/>
              <a:gd name="connsiteY6" fmla="*/ 12215762 h 12221418"/>
              <a:gd name="connsiteX0" fmla="*/ 0 w 2451228"/>
              <a:gd name="connsiteY0" fmla="*/ 12202114 h 12207770"/>
              <a:gd name="connsiteX1" fmla="*/ 2033292 w 2451228"/>
              <a:gd name="connsiteY1" fmla="*/ 12207770 h 12207770"/>
              <a:gd name="connsiteX2" fmla="*/ 2344747 w 2451228"/>
              <a:gd name="connsiteY2" fmla="*/ 11893652 h 12207770"/>
              <a:gd name="connsiteX3" fmla="*/ 2451228 w 2451228"/>
              <a:gd name="connsiteY3" fmla="*/ 11691340 h 12207770"/>
              <a:gd name="connsiteX4" fmla="*/ 2441055 w 2451228"/>
              <a:gd name="connsiteY4" fmla="*/ 0 h 12207770"/>
              <a:gd name="connsiteX5" fmla="*/ 0 w 2451228"/>
              <a:gd name="connsiteY5" fmla="*/ 6936 h 12207770"/>
              <a:gd name="connsiteX6" fmla="*/ 0 w 2451228"/>
              <a:gd name="connsiteY6" fmla="*/ 12202114 h 12207770"/>
              <a:gd name="connsiteX0" fmla="*/ 0 w 2451228"/>
              <a:gd name="connsiteY0" fmla="*/ 12195178 h 12200834"/>
              <a:gd name="connsiteX1" fmla="*/ 2033292 w 2451228"/>
              <a:gd name="connsiteY1" fmla="*/ 12200834 h 12200834"/>
              <a:gd name="connsiteX2" fmla="*/ 2344747 w 2451228"/>
              <a:gd name="connsiteY2" fmla="*/ 11886716 h 12200834"/>
              <a:gd name="connsiteX3" fmla="*/ 2451228 w 2451228"/>
              <a:gd name="connsiteY3" fmla="*/ 11684404 h 12200834"/>
              <a:gd name="connsiteX4" fmla="*/ 2439518 w 2451228"/>
              <a:gd name="connsiteY4" fmla="*/ 1656 h 12200834"/>
              <a:gd name="connsiteX5" fmla="*/ 0 w 2451228"/>
              <a:gd name="connsiteY5" fmla="*/ 0 h 12200834"/>
              <a:gd name="connsiteX6" fmla="*/ 0 w 2451228"/>
              <a:gd name="connsiteY6" fmla="*/ 12195178 h 12200834"/>
              <a:gd name="connsiteX0" fmla="*/ 0 w 2451228"/>
              <a:gd name="connsiteY0" fmla="*/ 12195178 h 12195178"/>
              <a:gd name="connsiteX1" fmla="*/ 2018671 w 2451228"/>
              <a:gd name="connsiteY1" fmla="*/ 12192340 h 12195178"/>
              <a:gd name="connsiteX2" fmla="*/ 2344747 w 2451228"/>
              <a:gd name="connsiteY2" fmla="*/ 11886716 h 12195178"/>
              <a:gd name="connsiteX3" fmla="*/ 2451228 w 2451228"/>
              <a:gd name="connsiteY3" fmla="*/ 11684404 h 12195178"/>
              <a:gd name="connsiteX4" fmla="*/ 2439518 w 2451228"/>
              <a:gd name="connsiteY4" fmla="*/ 1656 h 12195178"/>
              <a:gd name="connsiteX5" fmla="*/ 0 w 2451228"/>
              <a:gd name="connsiteY5" fmla="*/ 0 h 12195178"/>
              <a:gd name="connsiteX6" fmla="*/ 0 w 2451228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44747 w 2444782"/>
              <a:gd name="connsiteY2" fmla="*/ 1188671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4956105"/>
              <a:gd name="connsiteY0" fmla="*/ 12195175 h 12195175"/>
              <a:gd name="connsiteX1" fmla="*/ 4529994 w 4956105"/>
              <a:gd name="connsiteY1" fmla="*/ 12192340 h 12195175"/>
              <a:gd name="connsiteX2" fmla="*/ 4825896 w 4956105"/>
              <a:gd name="connsiteY2" fmla="*/ 11898506 h 12195175"/>
              <a:gd name="connsiteX3" fmla="*/ 4956105 w 4956105"/>
              <a:gd name="connsiteY3" fmla="*/ 11651193 h 12195175"/>
              <a:gd name="connsiteX4" fmla="*/ 4950841 w 4956105"/>
              <a:gd name="connsiteY4" fmla="*/ 1656 h 12195175"/>
              <a:gd name="connsiteX5" fmla="*/ 2511323 w 4956105"/>
              <a:gd name="connsiteY5" fmla="*/ 0 h 12195175"/>
              <a:gd name="connsiteX6" fmla="*/ 0 w 4956105"/>
              <a:gd name="connsiteY6" fmla="*/ 12195175 h 12195175"/>
              <a:gd name="connsiteX0" fmla="*/ 0 w 4956105"/>
              <a:gd name="connsiteY0" fmla="*/ 12195174 h 12195174"/>
              <a:gd name="connsiteX1" fmla="*/ 4529994 w 4956105"/>
              <a:gd name="connsiteY1" fmla="*/ 12192339 h 12195174"/>
              <a:gd name="connsiteX2" fmla="*/ 4825896 w 4956105"/>
              <a:gd name="connsiteY2" fmla="*/ 11898505 h 12195174"/>
              <a:gd name="connsiteX3" fmla="*/ 4956105 w 4956105"/>
              <a:gd name="connsiteY3" fmla="*/ 11651192 h 12195174"/>
              <a:gd name="connsiteX4" fmla="*/ 4950841 w 4956105"/>
              <a:gd name="connsiteY4" fmla="*/ 1655 h 12195174"/>
              <a:gd name="connsiteX5" fmla="*/ 0 w 4956105"/>
              <a:gd name="connsiteY5" fmla="*/ 0 h 12195174"/>
              <a:gd name="connsiteX6" fmla="*/ 0 w 4956105"/>
              <a:gd name="connsiteY6" fmla="*/ 12195174 h 12195174"/>
              <a:gd name="connsiteX0" fmla="*/ 998621 w 5954726"/>
              <a:gd name="connsiteY0" fmla="*/ 12195174 h 12195174"/>
              <a:gd name="connsiteX1" fmla="*/ 5528615 w 5954726"/>
              <a:gd name="connsiteY1" fmla="*/ 12192339 h 12195174"/>
              <a:gd name="connsiteX2" fmla="*/ 5824517 w 5954726"/>
              <a:gd name="connsiteY2" fmla="*/ 11898505 h 12195174"/>
              <a:gd name="connsiteX3" fmla="*/ 5954726 w 5954726"/>
              <a:gd name="connsiteY3" fmla="*/ 11651192 h 12195174"/>
              <a:gd name="connsiteX4" fmla="*/ 5949462 w 5954726"/>
              <a:gd name="connsiteY4" fmla="*/ 1655 h 12195174"/>
              <a:gd name="connsiteX5" fmla="*/ 0 w 5954726"/>
              <a:gd name="connsiteY5" fmla="*/ 0 h 12195174"/>
              <a:gd name="connsiteX6" fmla="*/ 998621 w 5954726"/>
              <a:gd name="connsiteY6" fmla="*/ 12195174 h 12195174"/>
              <a:gd name="connsiteX0" fmla="*/ 0 w 5954726"/>
              <a:gd name="connsiteY0" fmla="*/ 12207206 h 12207206"/>
              <a:gd name="connsiteX1" fmla="*/ 5528615 w 5954726"/>
              <a:gd name="connsiteY1" fmla="*/ 12192339 h 12207206"/>
              <a:gd name="connsiteX2" fmla="*/ 5824517 w 5954726"/>
              <a:gd name="connsiteY2" fmla="*/ 11898505 h 12207206"/>
              <a:gd name="connsiteX3" fmla="*/ 5954726 w 5954726"/>
              <a:gd name="connsiteY3" fmla="*/ 11651192 h 12207206"/>
              <a:gd name="connsiteX4" fmla="*/ 5949462 w 5954726"/>
              <a:gd name="connsiteY4" fmla="*/ 1655 h 12207206"/>
              <a:gd name="connsiteX5" fmla="*/ 0 w 5954726"/>
              <a:gd name="connsiteY5" fmla="*/ 0 h 12207206"/>
              <a:gd name="connsiteX6" fmla="*/ 0 w 5954726"/>
              <a:gd name="connsiteY6" fmla="*/ 12207206 h 1220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4726" h="12207206">
                <a:moveTo>
                  <a:pt x="0" y="12207206"/>
                </a:moveTo>
                <a:lnTo>
                  <a:pt x="5528615" y="12192339"/>
                </a:lnTo>
                <a:lnTo>
                  <a:pt x="5824517" y="11898505"/>
                </a:lnTo>
                <a:cubicBezTo>
                  <a:pt x="5925107" y="11801962"/>
                  <a:pt x="5945764" y="11762947"/>
                  <a:pt x="5954726" y="11651192"/>
                </a:cubicBezTo>
                <a:cubicBezTo>
                  <a:pt x="5952951" y="11353047"/>
                  <a:pt x="5951237" y="299800"/>
                  <a:pt x="5949462" y="1655"/>
                </a:cubicBezTo>
                <a:lnTo>
                  <a:pt x="0" y="0"/>
                </a:lnTo>
                <a:lnTo>
                  <a:pt x="0" y="1220720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4783FA2-E43C-5AB2-CF98-CC295BDB1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955" y="1105722"/>
            <a:ext cx="11315701" cy="30784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23" name="Content Placeholder 5"/>
          <p:cNvSpPr>
            <a:spLocks noGrp="1"/>
          </p:cNvSpPr>
          <p:nvPr>
            <p:ph sz="quarter" idx="10"/>
          </p:nvPr>
        </p:nvSpPr>
        <p:spPr>
          <a:xfrm>
            <a:off x="435600" y="2133650"/>
            <a:ext cx="11323013" cy="369645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87E29117-928D-8EA7-5101-4402214A42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6563" y="1609778"/>
            <a:ext cx="11322050" cy="20637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Amalia Medium" pitchFamily="34" charset="0"/>
              </a:defRPr>
            </a:lvl1pPr>
          </a:lstStyle>
          <a:p>
            <a:pPr lvl="0"/>
            <a:r>
              <a:rPr lang="en-US"/>
              <a:t>Secondary heading goes here – 14pt</a:t>
            </a:r>
            <a:endParaRPr lang="en-GB"/>
          </a:p>
        </p:txBody>
      </p:sp>
      <p:sp>
        <p:nvSpPr>
          <p:cNvPr id="5" name="Slide Number Placeholder 109">
            <a:extLst>
              <a:ext uri="{FF2B5EF4-FFF2-40B4-BE49-F238E27FC236}">
                <a16:creationId xmlns:a16="http://schemas.microsoft.com/office/drawing/2014/main" id="{CD5A6129-3EB7-C2EF-13CC-93174B774994}"/>
              </a:ext>
            </a:extLst>
          </p:cNvPr>
          <p:cNvSpPr txBox="1">
            <a:spLocks/>
          </p:cNvSpPr>
          <p:nvPr userDrawn="1"/>
        </p:nvSpPr>
        <p:spPr>
          <a:xfrm>
            <a:off x="11426179" y="6454130"/>
            <a:ext cx="26042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1400">
                <a:solidFill>
                  <a:srgbClr val="FF0000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8A8675-40C0-40D2-8FCE-EA4A25F48F18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 descr="Logo&#10;&#10;Description automatically generated with medium confidence">
            <a:extLst>
              <a:ext uri="{FF2B5EF4-FFF2-40B4-BE49-F238E27FC236}">
                <a16:creationId xmlns:a16="http://schemas.microsoft.com/office/drawing/2014/main" id="{AA74B92C-D8CB-79FC-7F14-0319C5BDD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31" y="117426"/>
            <a:ext cx="1656184" cy="613215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A91A4FE-DAB0-C71D-4D06-80DCD507C39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5818298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2 text columns content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8037BECF-6BB3-A66C-C853-2294404FD355}"/>
              </a:ext>
            </a:extLst>
          </p:cNvPr>
          <p:cNvSpPr/>
          <p:nvPr userDrawn="1"/>
        </p:nvSpPr>
        <p:spPr>
          <a:xfrm rot="16200000">
            <a:off x="3126242" y="-2216725"/>
            <a:ext cx="5954726" cy="12207206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3513"/>
              <a:gd name="connsiteY0" fmla="*/ 12219678 h 12221418"/>
              <a:gd name="connsiteX1" fmla="*/ 5575577 w 5993513"/>
              <a:gd name="connsiteY1" fmla="*/ 12221418 h 12221418"/>
              <a:gd name="connsiteX2" fmla="*/ 5887032 w 5993513"/>
              <a:gd name="connsiteY2" fmla="*/ 11907300 h 12221418"/>
              <a:gd name="connsiteX3" fmla="*/ 5993513 w 5993513"/>
              <a:gd name="connsiteY3" fmla="*/ 11704988 h 12221418"/>
              <a:gd name="connsiteX4" fmla="*/ 5987780 w 5993513"/>
              <a:gd name="connsiteY4" fmla="*/ 0 h 12221418"/>
              <a:gd name="connsiteX5" fmla="*/ 1 w 5993513"/>
              <a:gd name="connsiteY5" fmla="*/ 5360090 h 12221418"/>
              <a:gd name="connsiteX6" fmla="*/ 0 w 5993513"/>
              <a:gd name="connsiteY6" fmla="*/ 12219678 h 12221418"/>
              <a:gd name="connsiteX0" fmla="*/ 3542284 w 5993512"/>
              <a:gd name="connsiteY0" fmla="*/ 12215762 h 12221418"/>
              <a:gd name="connsiteX1" fmla="*/ 5575576 w 5993512"/>
              <a:gd name="connsiteY1" fmla="*/ 12221418 h 12221418"/>
              <a:gd name="connsiteX2" fmla="*/ 5887031 w 5993512"/>
              <a:gd name="connsiteY2" fmla="*/ 11907300 h 12221418"/>
              <a:gd name="connsiteX3" fmla="*/ 5993512 w 5993512"/>
              <a:gd name="connsiteY3" fmla="*/ 11704988 h 12221418"/>
              <a:gd name="connsiteX4" fmla="*/ 5987779 w 5993512"/>
              <a:gd name="connsiteY4" fmla="*/ 0 h 12221418"/>
              <a:gd name="connsiteX5" fmla="*/ 0 w 5993512"/>
              <a:gd name="connsiteY5" fmla="*/ 5360090 h 12221418"/>
              <a:gd name="connsiteX6" fmla="*/ 3542284 w 5993512"/>
              <a:gd name="connsiteY6" fmla="*/ 12215762 h 12221418"/>
              <a:gd name="connsiteX0" fmla="*/ 0 w 2451228"/>
              <a:gd name="connsiteY0" fmla="*/ 12215762 h 12221418"/>
              <a:gd name="connsiteX1" fmla="*/ 2033292 w 2451228"/>
              <a:gd name="connsiteY1" fmla="*/ 12221418 h 12221418"/>
              <a:gd name="connsiteX2" fmla="*/ 2344747 w 2451228"/>
              <a:gd name="connsiteY2" fmla="*/ 11907300 h 12221418"/>
              <a:gd name="connsiteX3" fmla="*/ 2451228 w 2451228"/>
              <a:gd name="connsiteY3" fmla="*/ 11704988 h 12221418"/>
              <a:gd name="connsiteX4" fmla="*/ 2445495 w 2451228"/>
              <a:gd name="connsiteY4" fmla="*/ 0 h 12221418"/>
              <a:gd name="connsiteX5" fmla="*/ 0 w 2451228"/>
              <a:gd name="connsiteY5" fmla="*/ 20584 h 12221418"/>
              <a:gd name="connsiteX6" fmla="*/ 0 w 2451228"/>
              <a:gd name="connsiteY6" fmla="*/ 12215762 h 12221418"/>
              <a:gd name="connsiteX0" fmla="*/ 0 w 2451228"/>
              <a:gd name="connsiteY0" fmla="*/ 12202114 h 12207770"/>
              <a:gd name="connsiteX1" fmla="*/ 2033292 w 2451228"/>
              <a:gd name="connsiteY1" fmla="*/ 12207770 h 12207770"/>
              <a:gd name="connsiteX2" fmla="*/ 2344747 w 2451228"/>
              <a:gd name="connsiteY2" fmla="*/ 11893652 h 12207770"/>
              <a:gd name="connsiteX3" fmla="*/ 2451228 w 2451228"/>
              <a:gd name="connsiteY3" fmla="*/ 11691340 h 12207770"/>
              <a:gd name="connsiteX4" fmla="*/ 2441055 w 2451228"/>
              <a:gd name="connsiteY4" fmla="*/ 0 h 12207770"/>
              <a:gd name="connsiteX5" fmla="*/ 0 w 2451228"/>
              <a:gd name="connsiteY5" fmla="*/ 6936 h 12207770"/>
              <a:gd name="connsiteX6" fmla="*/ 0 w 2451228"/>
              <a:gd name="connsiteY6" fmla="*/ 12202114 h 12207770"/>
              <a:gd name="connsiteX0" fmla="*/ 0 w 2451228"/>
              <a:gd name="connsiteY0" fmla="*/ 12195178 h 12200834"/>
              <a:gd name="connsiteX1" fmla="*/ 2033292 w 2451228"/>
              <a:gd name="connsiteY1" fmla="*/ 12200834 h 12200834"/>
              <a:gd name="connsiteX2" fmla="*/ 2344747 w 2451228"/>
              <a:gd name="connsiteY2" fmla="*/ 11886716 h 12200834"/>
              <a:gd name="connsiteX3" fmla="*/ 2451228 w 2451228"/>
              <a:gd name="connsiteY3" fmla="*/ 11684404 h 12200834"/>
              <a:gd name="connsiteX4" fmla="*/ 2439518 w 2451228"/>
              <a:gd name="connsiteY4" fmla="*/ 1656 h 12200834"/>
              <a:gd name="connsiteX5" fmla="*/ 0 w 2451228"/>
              <a:gd name="connsiteY5" fmla="*/ 0 h 12200834"/>
              <a:gd name="connsiteX6" fmla="*/ 0 w 2451228"/>
              <a:gd name="connsiteY6" fmla="*/ 12195178 h 12200834"/>
              <a:gd name="connsiteX0" fmla="*/ 0 w 2451228"/>
              <a:gd name="connsiteY0" fmla="*/ 12195178 h 12195178"/>
              <a:gd name="connsiteX1" fmla="*/ 2018671 w 2451228"/>
              <a:gd name="connsiteY1" fmla="*/ 12192340 h 12195178"/>
              <a:gd name="connsiteX2" fmla="*/ 2344747 w 2451228"/>
              <a:gd name="connsiteY2" fmla="*/ 11886716 h 12195178"/>
              <a:gd name="connsiteX3" fmla="*/ 2451228 w 2451228"/>
              <a:gd name="connsiteY3" fmla="*/ 11684404 h 12195178"/>
              <a:gd name="connsiteX4" fmla="*/ 2439518 w 2451228"/>
              <a:gd name="connsiteY4" fmla="*/ 1656 h 12195178"/>
              <a:gd name="connsiteX5" fmla="*/ 0 w 2451228"/>
              <a:gd name="connsiteY5" fmla="*/ 0 h 12195178"/>
              <a:gd name="connsiteX6" fmla="*/ 0 w 2451228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44747 w 2444782"/>
              <a:gd name="connsiteY2" fmla="*/ 1188671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4956105"/>
              <a:gd name="connsiteY0" fmla="*/ 12195175 h 12195175"/>
              <a:gd name="connsiteX1" fmla="*/ 4529994 w 4956105"/>
              <a:gd name="connsiteY1" fmla="*/ 12192340 h 12195175"/>
              <a:gd name="connsiteX2" fmla="*/ 4825896 w 4956105"/>
              <a:gd name="connsiteY2" fmla="*/ 11898506 h 12195175"/>
              <a:gd name="connsiteX3" fmla="*/ 4956105 w 4956105"/>
              <a:gd name="connsiteY3" fmla="*/ 11651193 h 12195175"/>
              <a:gd name="connsiteX4" fmla="*/ 4950841 w 4956105"/>
              <a:gd name="connsiteY4" fmla="*/ 1656 h 12195175"/>
              <a:gd name="connsiteX5" fmla="*/ 2511323 w 4956105"/>
              <a:gd name="connsiteY5" fmla="*/ 0 h 12195175"/>
              <a:gd name="connsiteX6" fmla="*/ 0 w 4956105"/>
              <a:gd name="connsiteY6" fmla="*/ 12195175 h 12195175"/>
              <a:gd name="connsiteX0" fmla="*/ 0 w 4956105"/>
              <a:gd name="connsiteY0" fmla="*/ 12195174 h 12195174"/>
              <a:gd name="connsiteX1" fmla="*/ 4529994 w 4956105"/>
              <a:gd name="connsiteY1" fmla="*/ 12192339 h 12195174"/>
              <a:gd name="connsiteX2" fmla="*/ 4825896 w 4956105"/>
              <a:gd name="connsiteY2" fmla="*/ 11898505 h 12195174"/>
              <a:gd name="connsiteX3" fmla="*/ 4956105 w 4956105"/>
              <a:gd name="connsiteY3" fmla="*/ 11651192 h 12195174"/>
              <a:gd name="connsiteX4" fmla="*/ 4950841 w 4956105"/>
              <a:gd name="connsiteY4" fmla="*/ 1655 h 12195174"/>
              <a:gd name="connsiteX5" fmla="*/ 0 w 4956105"/>
              <a:gd name="connsiteY5" fmla="*/ 0 h 12195174"/>
              <a:gd name="connsiteX6" fmla="*/ 0 w 4956105"/>
              <a:gd name="connsiteY6" fmla="*/ 12195174 h 12195174"/>
              <a:gd name="connsiteX0" fmla="*/ 998621 w 5954726"/>
              <a:gd name="connsiteY0" fmla="*/ 12195174 h 12195174"/>
              <a:gd name="connsiteX1" fmla="*/ 5528615 w 5954726"/>
              <a:gd name="connsiteY1" fmla="*/ 12192339 h 12195174"/>
              <a:gd name="connsiteX2" fmla="*/ 5824517 w 5954726"/>
              <a:gd name="connsiteY2" fmla="*/ 11898505 h 12195174"/>
              <a:gd name="connsiteX3" fmla="*/ 5954726 w 5954726"/>
              <a:gd name="connsiteY3" fmla="*/ 11651192 h 12195174"/>
              <a:gd name="connsiteX4" fmla="*/ 5949462 w 5954726"/>
              <a:gd name="connsiteY4" fmla="*/ 1655 h 12195174"/>
              <a:gd name="connsiteX5" fmla="*/ 0 w 5954726"/>
              <a:gd name="connsiteY5" fmla="*/ 0 h 12195174"/>
              <a:gd name="connsiteX6" fmla="*/ 998621 w 5954726"/>
              <a:gd name="connsiteY6" fmla="*/ 12195174 h 12195174"/>
              <a:gd name="connsiteX0" fmla="*/ 0 w 5954726"/>
              <a:gd name="connsiteY0" fmla="*/ 12207206 h 12207206"/>
              <a:gd name="connsiteX1" fmla="*/ 5528615 w 5954726"/>
              <a:gd name="connsiteY1" fmla="*/ 12192339 h 12207206"/>
              <a:gd name="connsiteX2" fmla="*/ 5824517 w 5954726"/>
              <a:gd name="connsiteY2" fmla="*/ 11898505 h 12207206"/>
              <a:gd name="connsiteX3" fmla="*/ 5954726 w 5954726"/>
              <a:gd name="connsiteY3" fmla="*/ 11651192 h 12207206"/>
              <a:gd name="connsiteX4" fmla="*/ 5949462 w 5954726"/>
              <a:gd name="connsiteY4" fmla="*/ 1655 h 12207206"/>
              <a:gd name="connsiteX5" fmla="*/ 0 w 5954726"/>
              <a:gd name="connsiteY5" fmla="*/ 0 h 12207206"/>
              <a:gd name="connsiteX6" fmla="*/ 0 w 5954726"/>
              <a:gd name="connsiteY6" fmla="*/ 12207206 h 1220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4726" h="12207206">
                <a:moveTo>
                  <a:pt x="0" y="12207206"/>
                </a:moveTo>
                <a:lnTo>
                  <a:pt x="5528615" y="12192339"/>
                </a:lnTo>
                <a:lnTo>
                  <a:pt x="5824517" y="11898505"/>
                </a:lnTo>
                <a:cubicBezTo>
                  <a:pt x="5925107" y="11801962"/>
                  <a:pt x="5945764" y="11762947"/>
                  <a:pt x="5954726" y="11651192"/>
                </a:cubicBezTo>
                <a:cubicBezTo>
                  <a:pt x="5952951" y="11353047"/>
                  <a:pt x="5951237" y="299800"/>
                  <a:pt x="5949462" y="1655"/>
                </a:cubicBezTo>
                <a:lnTo>
                  <a:pt x="0" y="0"/>
                </a:lnTo>
                <a:lnTo>
                  <a:pt x="0" y="1220720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007516BC-CDBD-A3BF-A146-F6FB7333B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956" y="1105722"/>
            <a:ext cx="8640960" cy="30784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435601" y="2109601"/>
            <a:ext cx="5187108" cy="3314324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13" name="Content Placeholder 5"/>
          <p:cNvSpPr>
            <a:spLocks noGrp="1"/>
          </p:cNvSpPr>
          <p:nvPr>
            <p:ph sz="quarter" idx="13"/>
          </p:nvPr>
        </p:nvSpPr>
        <p:spPr>
          <a:xfrm>
            <a:off x="6201076" y="2109601"/>
            <a:ext cx="5187108" cy="3314324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6031F6F5-239A-B240-B54D-5C3B83A76B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6563" y="1557586"/>
            <a:ext cx="11322050" cy="20637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Amalia Medium" pitchFamily="34" charset="0"/>
              </a:defRPr>
            </a:lvl1pPr>
          </a:lstStyle>
          <a:p>
            <a:pPr lvl="0"/>
            <a:r>
              <a:rPr lang="en-US"/>
              <a:t>Secondary heading goes here – 14pt</a:t>
            </a:r>
            <a:endParaRPr lang="en-GB"/>
          </a:p>
        </p:txBody>
      </p:sp>
      <p:sp>
        <p:nvSpPr>
          <p:cNvPr id="3" name="Slide Number Placeholder 109">
            <a:extLst>
              <a:ext uri="{FF2B5EF4-FFF2-40B4-BE49-F238E27FC236}">
                <a16:creationId xmlns:a16="http://schemas.microsoft.com/office/drawing/2014/main" id="{0568C976-A1D0-00C1-B4E8-838BC2D6E717}"/>
              </a:ext>
            </a:extLst>
          </p:cNvPr>
          <p:cNvSpPr txBox="1">
            <a:spLocks/>
          </p:cNvSpPr>
          <p:nvPr userDrawn="1"/>
        </p:nvSpPr>
        <p:spPr>
          <a:xfrm>
            <a:off x="11426179" y="6454130"/>
            <a:ext cx="26042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1400">
                <a:solidFill>
                  <a:srgbClr val="FF0000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8A8675-40C0-40D2-8FCE-EA4A25F48F18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 descr="Logo&#10;&#10;Description automatically generated with medium confidence">
            <a:extLst>
              <a:ext uri="{FF2B5EF4-FFF2-40B4-BE49-F238E27FC236}">
                <a16:creationId xmlns:a16="http://schemas.microsoft.com/office/drawing/2014/main" id="{8FDBDEB9-52D3-AE1C-C661-E173BAE839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31" y="117426"/>
            <a:ext cx="1656184" cy="613215"/>
          </a:xfrm>
          <a:prstGeom prst="rect">
            <a:avLst/>
          </a:prstGeom>
        </p:spPr>
      </p:pic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7FD59ABE-7149-75D9-8A73-0FE1D6F048C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9672289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umns with content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77AB1E16-A749-C3B3-63C2-EFA3D28E638A}"/>
              </a:ext>
            </a:extLst>
          </p:cNvPr>
          <p:cNvSpPr/>
          <p:nvPr userDrawn="1"/>
        </p:nvSpPr>
        <p:spPr>
          <a:xfrm rot="16200000">
            <a:off x="3126242" y="-2216725"/>
            <a:ext cx="5954726" cy="12207206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3513"/>
              <a:gd name="connsiteY0" fmla="*/ 12219678 h 12221418"/>
              <a:gd name="connsiteX1" fmla="*/ 5575577 w 5993513"/>
              <a:gd name="connsiteY1" fmla="*/ 12221418 h 12221418"/>
              <a:gd name="connsiteX2" fmla="*/ 5887032 w 5993513"/>
              <a:gd name="connsiteY2" fmla="*/ 11907300 h 12221418"/>
              <a:gd name="connsiteX3" fmla="*/ 5993513 w 5993513"/>
              <a:gd name="connsiteY3" fmla="*/ 11704988 h 12221418"/>
              <a:gd name="connsiteX4" fmla="*/ 5987780 w 5993513"/>
              <a:gd name="connsiteY4" fmla="*/ 0 h 12221418"/>
              <a:gd name="connsiteX5" fmla="*/ 1 w 5993513"/>
              <a:gd name="connsiteY5" fmla="*/ 5360090 h 12221418"/>
              <a:gd name="connsiteX6" fmla="*/ 0 w 5993513"/>
              <a:gd name="connsiteY6" fmla="*/ 12219678 h 12221418"/>
              <a:gd name="connsiteX0" fmla="*/ 3542284 w 5993512"/>
              <a:gd name="connsiteY0" fmla="*/ 12215762 h 12221418"/>
              <a:gd name="connsiteX1" fmla="*/ 5575576 w 5993512"/>
              <a:gd name="connsiteY1" fmla="*/ 12221418 h 12221418"/>
              <a:gd name="connsiteX2" fmla="*/ 5887031 w 5993512"/>
              <a:gd name="connsiteY2" fmla="*/ 11907300 h 12221418"/>
              <a:gd name="connsiteX3" fmla="*/ 5993512 w 5993512"/>
              <a:gd name="connsiteY3" fmla="*/ 11704988 h 12221418"/>
              <a:gd name="connsiteX4" fmla="*/ 5987779 w 5993512"/>
              <a:gd name="connsiteY4" fmla="*/ 0 h 12221418"/>
              <a:gd name="connsiteX5" fmla="*/ 0 w 5993512"/>
              <a:gd name="connsiteY5" fmla="*/ 5360090 h 12221418"/>
              <a:gd name="connsiteX6" fmla="*/ 3542284 w 5993512"/>
              <a:gd name="connsiteY6" fmla="*/ 12215762 h 12221418"/>
              <a:gd name="connsiteX0" fmla="*/ 0 w 2451228"/>
              <a:gd name="connsiteY0" fmla="*/ 12215762 h 12221418"/>
              <a:gd name="connsiteX1" fmla="*/ 2033292 w 2451228"/>
              <a:gd name="connsiteY1" fmla="*/ 12221418 h 12221418"/>
              <a:gd name="connsiteX2" fmla="*/ 2344747 w 2451228"/>
              <a:gd name="connsiteY2" fmla="*/ 11907300 h 12221418"/>
              <a:gd name="connsiteX3" fmla="*/ 2451228 w 2451228"/>
              <a:gd name="connsiteY3" fmla="*/ 11704988 h 12221418"/>
              <a:gd name="connsiteX4" fmla="*/ 2445495 w 2451228"/>
              <a:gd name="connsiteY4" fmla="*/ 0 h 12221418"/>
              <a:gd name="connsiteX5" fmla="*/ 0 w 2451228"/>
              <a:gd name="connsiteY5" fmla="*/ 20584 h 12221418"/>
              <a:gd name="connsiteX6" fmla="*/ 0 w 2451228"/>
              <a:gd name="connsiteY6" fmla="*/ 12215762 h 12221418"/>
              <a:gd name="connsiteX0" fmla="*/ 0 w 2451228"/>
              <a:gd name="connsiteY0" fmla="*/ 12202114 h 12207770"/>
              <a:gd name="connsiteX1" fmla="*/ 2033292 w 2451228"/>
              <a:gd name="connsiteY1" fmla="*/ 12207770 h 12207770"/>
              <a:gd name="connsiteX2" fmla="*/ 2344747 w 2451228"/>
              <a:gd name="connsiteY2" fmla="*/ 11893652 h 12207770"/>
              <a:gd name="connsiteX3" fmla="*/ 2451228 w 2451228"/>
              <a:gd name="connsiteY3" fmla="*/ 11691340 h 12207770"/>
              <a:gd name="connsiteX4" fmla="*/ 2441055 w 2451228"/>
              <a:gd name="connsiteY4" fmla="*/ 0 h 12207770"/>
              <a:gd name="connsiteX5" fmla="*/ 0 w 2451228"/>
              <a:gd name="connsiteY5" fmla="*/ 6936 h 12207770"/>
              <a:gd name="connsiteX6" fmla="*/ 0 w 2451228"/>
              <a:gd name="connsiteY6" fmla="*/ 12202114 h 12207770"/>
              <a:gd name="connsiteX0" fmla="*/ 0 w 2451228"/>
              <a:gd name="connsiteY0" fmla="*/ 12195178 h 12200834"/>
              <a:gd name="connsiteX1" fmla="*/ 2033292 w 2451228"/>
              <a:gd name="connsiteY1" fmla="*/ 12200834 h 12200834"/>
              <a:gd name="connsiteX2" fmla="*/ 2344747 w 2451228"/>
              <a:gd name="connsiteY2" fmla="*/ 11886716 h 12200834"/>
              <a:gd name="connsiteX3" fmla="*/ 2451228 w 2451228"/>
              <a:gd name="connsiteY3" fmla="*/ 11684404 h 12200834"/>
              <a:gd name="connsiteX4" fmla="*/ 2439518 w 2451228"/>
              <a:gd name="connsiteY4" fmla="*/ 1656 h 12200834"/>
              <a:gd name="connsiteX5" fmla="*/ 0 w 2451228"/>
              <a:gd name="connsiteY5" fmla="*/ 0 h 12200834"/>
              <a:gd name="connsiteX6" fmla="*/ 0 w 2451228"/>
              <a:gd name="connsiteY6" fmla="*/ 12195178 h 12200834"/>
              <a:gd name="connsiteX0" fmla="*/ 0 w 2451228"/>
              <a:gd name="connsiteY0" fmla="*/ 12195178 h 12195178"/>
              <a:gd name="connsiteX1" fmla="*/ 2018671 w 2451228"/>
              <a:gd name="connsiteY1" fmla="*/ 12192340 h 12195178"/>
              <a:gd name="connsiteX2" fmla="*/ 2344747 w 2451228"/>
              <a:gd name="connsiteY2" fmla="*/ 11886716 h 12195178"/>
              <a:gd name="connsiteX3" fmla="*/ 2451228 w 2451228"/>
              <a:gd name="connsiteY3" fmla="*/ 11684404 h 12195178"/>
              <a:gd name="connsiteX4" fmla="*/ 2439518 w 2451228"/>
              <a:gd name="connsiteY4" fmla="*/ 1656 h 12195178"/>
              <a:gd name="connsiteX5" fmla="*/ 0 w 2451228"/>
              <a:gd name="connsiteY5" fmla="*/ 0 h 12195178"/>
              <a:gd name="connsiteX6" fmla="*/ 0 w 2451228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44747 w 2444782"/>
              <a:gd name="connsiteY2" fmla="*/ 1188671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4956105"/>
              <a:gd name="connsiteY0" fmla="*/ 12195175 h 12195175"/>
              <a:gd name="connsiteX1" fmla="*/ 4529994 w 4956105"/>
              <a:gd name="connsiteY1" fmla="*/ 12192340 h 12195175"/>
              <a:gd name="connsiteX2" fmla="*/ 4825896 w 4956105"/>
              <a:gd name="connsiteY2" fmla="*/ 11898506 h 12195175"/>
              <a:gd name="connsiteX3" fmla="*/ 4956105 w 4956105"/>
              <a:gd name="connsiteY3" fmla="*/ 11651193 h 12195175"/>
              <a:gd name="connsiteX4" fmla="*/ 4950841 w 4956105"/>
              <a:gd name="connsiteY4" fmla="*/ 1656 h 12195175"/>
              <a:gd name="connsiteX5" fmla="*/ 2511323 w 4956105"/>
              <a:gd name="connsiteY5" fmla="*/ 0 h 12195175"/>
              <a:gd name="connsiteX6" fmla="*/ 0 w 4956105"/>
              <a:gd name="connsiteY6" fmla="*/ 12195175 h 12195175"/>
              <a:gd name="connsiteX0" fmla="*/ 0 w 4956105"/>
              <a:gd name="connsiteY0" fmla="*/ 12195174 h 12195174"/>
              <a:gd name="connsiteX1" fmla="*/ 4529994 w 4956105"/>
              <a:gd name="connsiteY1" fmla="*/ 12192339 h 12195174"/>
              <a:gd name="connsiteX2" fmla="*/ 4825896 w 4956105"/>
              <a:gd name="connsiteY2" fmla="*/ 11898505 h 12195174"/>
              <a:gd name="connsiteX3" fmla="*/ 4956105 w 4956105"/>
              <a:gd name="connsiteY3" fmla="*/ 11651192 h 12195174"/>
              <a:gd name="connsiteX4" fmla="*/ 4950841 w 4956105"/>
              <a:gd name="connsiteY4" fmla="*/ 1655 h 12195174"/>
              <a:gd name="connsiteX5" fmla="*/ 0 w 4956105"/>
              <a:gd name="connsiteY5" fmla="*/ 0 h 12195174"/>
              <a:gd name="connsiteX6" fmla="*/ 0 w 4956105"/>
              <a:gd name="connsiteY6" fmla="*/ 12195174 h 12195174"/>
              <a:gd name="connsiteX0" fmla="*/ 998621 w 5954726"/>
              <a:gd name="connsiteY0" fmla="*/ 12195174 h 12195174"/>
              <a:gd name="connsiteX1" fmla="*/ 5528615 w 5954726"/>
              <a:gd name="connsiteY1" fmla="*/ 12192339 h 12195174"/>
              <a:gd name="connsiteX2" fmla="*/ 5824517 w 5954726"/>
              <a:gd name="connsiteY2" fmla="*/ 11898505 h 12195174"/>
              <a:gd name="connsiteX3" fmla="*/ 5954726 w 5954726"/>
              <a:gd name="connsiteY3" fmla="*/ 11651192 h 12195174"/>
              <a:gd name="connsiteX4" fmla="*/ 5949462 w 5954726"/>
              <a:gd name="connsiteY4" fmla="*/ 1655 h 12195174"/>
              <a:gd name="connsiteX5" fmla="*/ 0 w 5954726"/>
              <a:gd name="connsiteY5" fmla="*/ 0 h 12195174"/>
              <a:gd name="connsiteX6" fmla="*/ 998621 w 5954726"/>
              <a:gd name="connsiteY6" fmla="*/ 12195174 h 12195174"/>
              <a:gd name="connsiteX0" fmla="*/ 0 w 5954726"/>
              <a:gd name="connsiteY0" fmla="*/ 12207206 h 12207206"/>
              <a:gd name="connsiteX1" fmla="*/ 5528615 w 5954726"/>
              <a:gd name="connsiteY1" fmla="*/ 12192339 h 12207206"/>
              <a:gd name="connsiteX2" fmla="*/ 5824517 w 5954726"/>
              <a:gd name="connsiteY2" fmla="*/ 11898505 h 12207206"/>
              <a:gd name="connsiteX3" fmla="*/ 5954726 w 5954726"/>
              <a:gd name="connsiteY3" fmla="*/ 11651192 h 12207206"/>
              <a:gd name="connsiteX4" fmla="*/ 5949462 w 5954726"/>
              <a:gd name="connsiteY4" fmla="*/ 1655 h 12207206"/>
              <a:gd name="connsiteX5" fmla="*/ 0 w 5954726"/>
              <a:gd name="connsiteY5" fmla="*/ 0 h 12207206"/>
              <a:gd name="connsiteX6" fmla="*/ 0 w 5954726"/>
              <a:gd name="connsiteY6" fmla="*/ 12207206 h 1220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4726" h="12207206">
                <a:moveTo>
                  <a:pt x="0" y="12207206"/>
                </a:moveTo>
                <a:lnTo>
                  <a:pt x="5528615" y="12192339"/>
                </a:lnTo>
                <a:lnTo>
                  <a:pt x="5824517" y="11898505"/>
                </a:lnTo>
                <a:cubicBezTo>
                  <a:pt x="5925107" y="11801962"/>
                  <a:pt x="5945764" y="11762947"/>
                  <a:pt x="5954726" y="11651192"/>
                </a:cubicBezTo>
                <a:cubicBezTo>
                  <a:pt x="5952951" y="11353047"/>
                  <a:pt x="5951237" y="299800"/>
                  <a:pt x="5949462" y="1655"/>
                </a:cubicBezTo>
                <a:lnTo>
                  <a:pt x="0" y="0"/>
                </a:lnTo>
                <a:lnTo>
                  <a:pt x="0" y="1220720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Slide Number Placeholder 109">
            <a:extLst>
              <a:ext uri="{FF2B5EF4-FFF2-40B4-BE49-F238E27FC236}">
                <a16:creationId xmlns:a16="http://schemas.microsoft.com/office/drawing/2014/main" id="{A3BD1856-908D-FE2D-4E39-0928875ED401}"/>
              </a:ext>
            </a:extLst>
          </p:cNvPr>
          <p:cNvSpPr txBox="1">
            <a:spLocks/>
          </p:cNvSpPr>
          <p:nvPr userDrawn="1"/>
        </p:nvSpPr>
        <p:spPr>
          <a:xfrm>
            <a:off x="11426179" y="6454130"/>
            <a:ext cx="26042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1400">
                <a:solidFill>
                  <a:srgbClr val="FF0000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8A8675-40C0-40D2-8FCE-EA4A25F48F18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E1471E16-1363-B7E3-550E-6548AFDC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955" y="1105722"/>
            <a:ext cx="11315701" cy="30784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435601" y="2997746"/>
            <a:ext cx="2493634" cy="2675957"/>
          </a:xfrm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18" name="Content Placeholder 5"/>
          <p:cNvSpPr>
            <a:spLocks noGrp="1"/>
          </p:cNvSpPr>
          <p:nvPr>
            <p:ph sz="quarter" idx="13" hasCustomPrompt="1"/>
          </p:nvPr>
        </p:nvSpPr>
        <p:spPr>
          <a:xfrm>
            <a:off x="429932" y="1839368"/>
            <a:ext cx="555087" cy="369332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Aft>
                <a:spcPts val="2200"/>
              </a:spcAft>
              <a:defRPr sz="2400" b="1">
                <a:solidFill>
                  <a:schemeClr val="tx2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buFontTx/>
              <a:buNone/>
              <a:defRPr sz="1800">
                <a:solidFill>
                  <a:srgbClr val="FF0000"/>
                </a:solidFill>
              </a:defRPr>
            </a:lvl2pPr>
            <a:lvl3pPr marL="0" indent="0">
              <a:buNone/>
              <a:defRPr sz="1400">
                <a:solidFill>
                  <a:srgbClr val="FF0000"/>
                </a:solidFill>
              </a:defRPr>
            </a:lvl3pPr>
            <a:lvl4pPr marL="180000">
              <a:spcBef>
                <a:spcPts val="700"/>
              </a:spcBef>
              <a:buFontTx/>
              <a:buBlip>
                <a:blip r:embed="rId2"/>
              </a:buBlip>
              <a:defRPr sz="1400">
                <a:solidFill>
                  <a:srgbClr val="FF0000"/>
                </a:solidFill>
              </a:defRPr>
            </a:lvl4pPr>
            <a:lvl5pPr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4"/>
          </p:nvPr>
        </p:nvSpPr>
        <p:spPr>
          <a:xfrm>
            <a:off x="1057275" y="1839368"/>
            <a:ext cx="1152525" cy="954139"/>
          </a:xfrm>
        </p:spPr>
        <p:txBody>
          <a:bodyPr/>
          <a:lstStyle/>
          <a:p>
            <a:r>
              <a:rPr lang="cs-CZ"/>
              <a:t>Kliknutím na ikonu přidáte obrázek.</a:t>
            </a:r>
            <a:endParaRPr lang="en-GB"/>
          </a:p>
        </p:txBody>
      </p:sp>
      <p:sp>
        <p:nvSpPr>
          <p:cNvPr id="25" name="Content Placeholder 5"/>
          <p:cNvSpPr>
            <a:spLocks noGrp="1"/>
          </p:cNvSpPr>
          <p:nvPr>
            <p:ph sz="quarter" idx="15"/>
          </p:nvPr>
        </p:nvSpPr>
        <p:spPr>
          <a:xfrm>
            <a:off x="3397433" y="2997746"/>
            <a:ext cx="2493634" cy="2675957"/>
          </a:xfrm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26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3391764" y="1839368"/>
            <a:ext cx="555087" cy="369332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Aft>
                <a:spcPts val="2200"/>
              </a:spcAft>
              <a:defRPr sz="2400" b="1">
                <a:solidFill>
                  <a:schemeClr val="tx2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buFontTx/>
              <a:buNone/>
              <a:defRPr sz="1800">
                <a:solidFill>
                  <a:srgbClr val="FF0000"/>
                </a:solidFill>
              </a:defRPr>
            </a:lvl2pPr>
            <a:lvl3pPr marL="0" indent="0">
              <a:buNone/>
              <a:defRPr sz="1400">
                <a:solidFill>
                  <a:srgbClr val="FF0000"/>
                </a:solidFill>
              </a:defRPr>
            </a:lvl3pPr>
            <a:lvl4pPr marL="180000">
              <a:spcBef>
                <a:spcPts val="700"/>
              </a:spcBef>
              <a:buFontTx/>
              <a:buBlip>
                <a:blip r:embed="rId2"/>
              </a:buBlip>
              <a:defRPr sz="1400">
                <a:solidFill>
                  <a:srgbClr val="FF0000"/>
                </a:solidFill>
              </a:defRPr>
            </a:lvl4pPr>
            <a:lvl5pPr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7" name="Picture Placeholder 20"/>
          <p:cNvSpPr>
            <a:spLocks noGrp="1"/>
          </p:cNvSpPr>
          <p:nvPr>
            <p:ph type="pic" sz="quarter" idx="17"/>
          </p:nvPr>
        </p:nvSpPr>
        <p:spPr>
          <a:xfrm>
            <a:off x="4019107" y="1839368"/>
            <a:ext cx="1152525" cy="954139"/>
          </a:xfrm>
        </p:spPr>
        <p:txBody>
          <a:bodyPr/>
          <a:lstStyle/>
          <a:p>
            <a:r>
              <a:rPr lang="cs-CZ"/>
              <a:t>Kliknutím na ikonu přidáte obrázek.</a:t>
            </a:r>
            <a:endParaRPr lang="en-GB"/>
          </a:p>
        </p:txBody>
      </p:sp>
      <p:sp>
        <p:nvSpPr>
          <p:cNvPr id="31" name="Content Placeholder 5"/>
          <p:cNvSpPr>
            <a:spLocks noGrp="1"/>
          </p:cNvSpPr>
          <p:nvPr>
            <p:ph sz="quarter" idx="18"/>
          </p:nvPr>
        </p:nvSpPr>
        <p:spPr>
          <a:xfrm>
            <a:off x="6351855" y="2997746"/>
            <a:ext cx="2493634" cy="2675957"/>
          </a:xfrm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32" name="Content Placeholder 5"/>
          <p:cNvSpPr>
            <a:spLocks noGrp="1"/>
          </p:cNvSpPr>
          <p:nvPr>
            <p:ph sz="quarter" idx="19" hasCustomPrompt="1"/>
          </p:nvPr>
        </p:nvSpPr>
        <p:spPr>
          <a:xfrm>
            <a:off x="6346186" y="1839368"/>
            <a:ext cx="555087" cy="369332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Aft>
                <a:spcPts val="2200"/>
              </a:spcAft>
              <a:defRPr sz="2400" b="1">
                <a:solidFill>
                  <a:schemeClr val="tx2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buFontTx/>
              <a:buNone/>
              <a:defRPr sz="1800">
                <a:solidFill>
                  <a:srgbClr val="FF0000"/>
                </a:solidFill>
              </a:defRPr>
            </a:lvl2pPr>
            <a:lvl3pPr marL="0" indent="0">
              <a:buNone/>
              <a:defRPr sz="1400">
                <a:solidFill>
                  <a:srgbClr val="FF0000"/>
                </a:solidFill>
              </a:defRPr>
            </a:lvl3pPr>
            <a:lvl4pPr marL="180000">
              <a:spcBef>
                <a:spcPts val="700"/>
              </a:spcBef>
              <a:buFontTx/>
              <a:buBlip>
                <a:blip r:embed="rId2"/>
              </a:buBlip>
              <a:defRPr sz="1400">
                <a:solidFill>
                  <a:srgbClr val="FF0000"/>
                </a:solidFill>
              </a:defRPr>
            </a:lvl4pPr>
            <a:lvl5pPr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33" name="Picture Placeholder 20"/>
          <p:cNvSpPr>
            <a:spLocks noGrp="1"/>
          </p:cNvSpPr>
          <p:nvPr>
            <p:ph type="pic" sz="quarter" idx="20"/>
          </p:nvPr>
        </p:nvSpPr>
        <p:spPr>
          <a:xfrm>
            <a:off x="6973529" y="1839368"/>
            <a:ext cx="1152525" cy="954139"/>
          </a:xfrm>
        </p:spPr>
        <p:txBody>
          <a:bodyPr/>
          <a:lstStyle/>
          <a:p>
            <a:r>
              <a:rPr lang="cs-CZ"/>
              <a:t>Kliknutím na ikonu přidáte obrázek.</a:t>
            </a:r>
            <a:endParaRPr lang="en-GB"/>
          </a:p>
        </p:txBody>
      </p:sp>
      <p:sp>
        <p:nvSpPr>
          <p:cNvPr id="34" name="Content Placeholder 5"/>
          <p:cNvSpPr>
            <a:spLocks noGrp="1"/>
          </p:cNvSpPr>
          <p:nvPr>
            <p:ph sz="quarter" idx="21"/>
          </p:nvPr>
        </p:nvSpPr>
        <p:spPr>
          <a:xfrm>
            <a:off x="9316987" y="2997746"/>
            <a:ext cx="2493634" cy="2675957"/>
          </a:xfrm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35" name="Content Placeholder 5"/>
          <p:cNvSpPr>
            <a:spLocks noGrp="1"/>
          </p:cNvSpPr>
          <p:nvPr>
            <p:ph sz="quarter" idx="22" hasCustomPrompt="1"/>
          </p:nvPr>
        </p:nvSpPr>
        <p:spPr>
          <a:xfrm>
            <a:off x="9311318" y="1839368"/>
            <a:ext cx="555087" cy="369332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Aft>
                <a:spcPts val="2200"/>
              </a:spcAft>
              <a:defRPr sz="2400" b="1">
                <a:solidFill>
                  <a:schemeClr val="tx2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buFontTx/>
              <a:buNone/>
              <a:defRPr sz="1800">
                <a:solidFill>
                  <a:srgbClr val="FF0000"/>
                </a:solidFill>
              </a:defRPr>
            </a:lvl2pPr>
            <a:lvl3pPr marL="0" indent="0">
              <a:buNone/>
              <a:defRPr sz="1400">
                <a:solidFill>
                  <a:srgbClr val="FF0000"/>
                </a:solidFill>
              </a:defRPr>
            </a:lvl3pPr>
            <a:lvl4pPr marL="180000">
              <a:spcBef>
                <a:spcPts val="700"/>
              </a:spcBef>
              <a:buFontTx/>
              <a:buBlip>
                <a:blip r:embed="rId2"/>
              </a:buBlip>
              <a:defRPr sz="1400">
                <a:solidFill>
                  <a:srgbClr val="FF0000"/>
                </a:solidFill>
              </a:defRPr>
            </a:lvl4pPr>
            <a:lvl5pPr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36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9938661" y="1839368"/>
            <a:ext cx="1152525" cy="954139"/>
          </a:xfrm>
        </p:spPr>
        <p:txBody>
          <a:bodyPr/>
          <a:lstStyle/>
          <a:p>
            <a:r>
              <a:rPr lang="cs-CZ"/>
              <a:t>Kliknutím na ikonu přidáte obrázek.</a:t>
            </a:r>
            <a:endParaRPr lang="en-GB"/>
          </a:p>
        </p:txBody>
      </p:sp>
      <p:pic>
        <p:nvPicPr>
          <p:cNvPr id="2" name="Picture 1" descr="Logo&#10;&#10;Description automatically generated with medium confidence">
            <a:extLst>
              <a:ext uri="{FF2B5EF4-FFF2-40B4-BE49-F238E27FC236}">
                <a16:creationId xmlns:a16="http://schemas.microsoft.com/office/drawing/2014/main" id="{2B514A22-8FD0-5372-B6E8-257DE412A8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31" y="117426"/>
            <a:ext cx="1656184" cy="613215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229E963-0739-0E9F-5553-1B75CC8CBD6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526077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text and image content">
    <p:bg>
      <p:bgPr>
        <a:blipFill dpi="0" rotWithShape="1">
          <a:blip r:embed="rId2" cstate="print">
            <a:lum/>
          </a:blip>
          <a:srcRect/>
          <a:stretch>
            <a:fillRect l="-100" t="-100" r="-100" b="-1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F8FCA32-F053-9B82-C171-71FD059E5E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auto">
          <a:xfrm>
            <a:off x="-21876" y="-1740"/>
            <a:ext cx="12217050" cy="6861328"/>
          </a:xfrm>
          <a:custGeom>
            <a:avLst/>
            <a:gdLst>
              <a:gd name="connsiteX0" fmla="*/ 21875 w 12217050"/>
              <a:gd name="connsiteY0" fmla="*/ 6859595 h 6861328"/>
              <a:gd name="connsiteX1" fmla="*/ 5675401 w 12217050"/>
              <a:gd name="connsiteY1" fmla="*/ 6861328 h 6861328"/>
              <a:gd name="connsiteX2" fmla="*/ 21875 w 12217050"/>
              <a:gd name="connsiteY2" fmla="*/ 6861328 h 6861328"/>
              <a:gd name="connsiteX3" fmla="*/ 6095821 w 12217050"/>
              <a:gd name="connsiteY3" fmla="*/ 1740 h 6861328"/>
              <a:gd name="connsiteX4" fmla="*/ 12217050 w 12217050"/>
              <a:gd name="connsiteY4" fmla="*/ 1740 h 6861328"/>
              <a:gd name="connsiteX5" fmla="*/ 12217050 w 12217050"/>
              <a:gd name="connsiteY5" fmla="*/ 6861328 h 6861328"/>
              <a:gd name="connsiteX6" fmla="*/ 5675401 w 12217050"/>
              <a:gd name="connsiteY6" fmla="*/ 6861328 h 6861328"/>
              <a:gd name="connsiteX7" fmla="*/ 5986856 w 12217050"/>
              <a:gd name="connsiteY7" fmla="*/ 6547210 h 6861328"/>
              <a:gd name="connsiteX8" fmla="*/ 6093337 w 12217050"/>
              <a:gd name="connsiteY8" fmla="*/ 6344898 h 6861328"/>
              <a:gd name="connsiteX9" fmla="*/ 6095891 w 12217050"/>
              <a:gd name="connsiteY9" fmla="*/ 17926 h 6861328"/>
              <a:gd name="connsiteX10" fmla="*/ 0 w 12217050"/>
              <a:gd name="connsiteY10" fmla="*/ 0 h 6861328"/>
              <a:gd name="connsiteX11" fmla="*/ 6095813 w 12217050"/>
              <a:gd name="connsiteY11" fmla="*/ 0 h 6861328"/>
              <a:gd name="connsiteX12" fmla="*/ 6095821 w 12217050"/>
              <a:gd name="connsiteY12" fmla="*/ 1740 h 6861328"/>
              <a:gd name="connsiteX13" fmla="*/ 21875 w 12217050"/>
              <a:gd name="connsiteY13" fmla="*/ 1740 h 6861328"/>
              <a:gd name="connsiteX14" fmla="*/ 21875 w 12217050"/>
              <a:gd name="connsiteY14" fmla="*/ 6859595 h 6861328"/>
              <a:gd name="connsiteX15" fmla="*/ 0 w 12217050"/>
              <a:gd name="connsiteY15" fmla="*/ 6859588 h 686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217050" h="6861328">
                <a:moveTo>
                  <a:pt x="21875" y="6859595"/>
                </a:moveTo>
                <a:lnTo>
                  <a:pt x="5675401" y="6861328"/>
                </a:lnTo>
                <a:lnTo>
                  <a:pt x="21875" y="6861328"/>
                </a:lnTo>
                <a:close/>
                <a:moveTo>
                  <a:pt x="6095821" y="1740"/>
                </a:moveTo>
                <a:lnTo>
                  <a:pt x="12217050" y="1740"/>
                </a:lnTo>
                <a:lnTo>
                  <a:pt x="12217050" y="6861328"/>
                </a:lnTo>
                <a:lnTo>
                  <a:pt x="5675401" y="6861328"/>
                </a:lnTo>
                <a:lnTo>
                  <a:pt x="5986856" y="6547210"/>
                </a:lnTo>
                <a:cubicBezTo>
                  <a:pt x="6053796" y="6480608"/>
                  <a:pt x="6093276" y="6394128"/>
                  <a:pt x="6093337" y="6344898"/>
                </a:cubicBezTo>
                <a:cubicBezTo>
                  <a:pt x="6091590" y="6051412"/>
                  <a:pt x="6097402" y="476458"/>
                  <a:pt x="6095891" y="17926"/>
                </a:cubicBezTo>
                <a:close/>
                <a:moveTo>
                  <a:pt x="0" y="0"/>
                </a:moveTo>
                <a:lnTo>
                  <a:pt x="6095813" y="0"/>
                </a:lnTo>
                <a:lnTo>
                  <a:pt x="6095821" y="1740"/>
                </a:lnTo>
                <a:lnTo>
                  <a:pt x="21875" y="1740"/>
                </a:lnTo>
                <a:lnTo>
                  <a:pt x="21875" y="6859595"/>
                </a:lnTo>
                <a:lnTo>
                  <a:pt x="0" y="6859588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r>
              <a:rPr lang="cs-CZ"/>
              <a:t>Kliknutím na ikonu přidáte obrázek.</a:t>
            </a:r>
            <a:endParaRPr lang="en-AT"/>
          </a:p>
        </p:txBody>
      </p:sp>
      <p:sp>
        <p:nvSpPr>
          <p:cNvPr id="20" name="Freeform 19"/>
          <p:cNvSpPr/>
          <p:nvPr userDrawn="1"/>
        </p:nvSpPr>
        <p:spPr>
          <a:xfrm>
            <a:off x="0" y="0"/>
            <a:ext cx="6097588" cy="6861328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99824 w 6097588"/>
              <a:gd name="connsiteY0" fmla="*/ 6859588 h 6861328"/>
              <a:gd name="connsiteX1" fmla="*/ 5675401 w 6097588"/>
              <a:gd name="connsiteY1" fmla="*/ 6861328 h 6861328"/>
              <a:gd name="connsiteX2" fmla="*/ 5986856 w 6097588"/>
              <a:gd name="connsiteY2" fmla="*/ 6547210 h 6861328"/>
              <a:gd name="connsiteX3" fmla="*/ 6093337 w 6097588"/>
              <a:gd name="connsiteY3" fmla="*/ 6344898 h 6861328"/>
              <a:gd name="connsiteX4" fmla="*/ 6095813 w 6097588"/>
              <a:gd name="connsiteY4" fmla="*/ 0 h 6861328"/>
              <a:gd name="connsiteX5" fmla="*/ 0 w 6097588"/>
              <a:gd name="connsiteY5" fmla="*/ 0 h 6861328"/>
              <a:gd name="connsiteX6" fmla="*/ 99824 w 6097588"/>
              <a:gd name="connsiteY6" fmla="*/ 6859588 h 6861328"/>
              <a:gd name="connsiteX0" fmla="*/ 0 w 6097588"/>
              <a:gd name="connsiteY0" fmla="*/ 6859588 h 6861328"/>
              <a:gd name="connsiteX1" fmla="*/ 5675401 w 6097588"/>
              <a:gd name="connsiteY1" fmla="*/ 6861328 h 6861328"/>
              <a:gd name="connsiteX2" fmla="*/ 5986856 w 6097588"/>
              <a:gd name="connsiteY2" fmla="*/ 6547210 h 6861328"/>
              <a:gd name="connsiteX3" fmla="*/ 6093337 w 6097588"/>
              <a:gd name="connsiteY3" fmla="*/ 6344898 h 6861328"/>
              <a:gd name="connsiteX4" fmla="*/ 6095813 w 6097588"/>
              <a:gd name="connsiteY4" fmla="*/ 0 h 6861328"/>
              <a:gd name="connsiteX5" fmla="*/ 0 w 6097588"/>
              <a:gd name="connsiteY5" fmla="*/ 0 h 6861328"/>
              <a:gd name="connsiteX6" fmla="*/ 0 w 6097588"/>
              <a:gd name="connsiteY6" fmla="*/ 6859588 h 686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7588" h="6861328">
                <a:moveTo>
                  <a:pt x="0" y="6859588"/>
                </a:moveTo>
                <a:lnTo>
                  <a:pt x="5675401" y="6861328"/>
                </a:lnTo>
                <a:lnTo>
                  <a:pt x="5986856" y="6547210"/>
                </a:lnTo>
                <a:cubicBezTo>
                  <a:pt x="6053796" y="6480608"/>
                  <a:pt x="6093276" y="6394128"/>
                  <a:pt x="6093337" y="6344898"/>
                </a:cubicBezTo>
                <a:cubicBezTo>
                  <a:pt x="6091562" y="6046753"/>
                  <a:pt x="6097588" y="298145"/>
                  <a:pt x="6095813" y="0"/>
                </a:cubicBezTo>
                <a:lnTo>
                  <a:pt x="0" y="0"/>
                </a:lnTo>
                <a:lnTo>
                  <a:pt x="0" y="6859588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435601" y="2421682"/>
            <a:ext cx="5187108" cy="3314324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769AE458-58AA-9C4C-A466-344B24DB1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428" y="1341562"/>
            <a:ext cx="5228111" cy="30784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44E6A2-7882-6AA3-55A5-834AE56C86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6563" y="1917626"/>
            <a:ext cx="5228976" cy="20637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Amalia Medium" pitchFamily="34" charset="0"/>
              </a:defRPr>
            </a:lvl1pPr>
          </a:lstStyle>
          <a:p>
            <a:pPr lvl="0"/>
            <a:r>
              <a:rPr lang="en-US"/>
              <a:t>Secondary heading goes here – 14pt</a:t>
            </a:r>
            <a:endParaRPr lang="en-GB"/>
          </a:p>
        </p:txBody>
      </p:sp>
      <p:sp>
        <p:nvSpPr>
          <p:cNvPr id="7" name="Slide Number Placeholder 109">
            <a:extLst>
              <a:ext uri="{FF2B5EF4-FFF2-40B4-BE49-F238E27FC236}">
                <a16:creationId xmlns:a16="http://schemas.microsoft.com/office/drawing/2014/main" id="{B6DE157E-AA29-8D77-7194-D09DE3734813}"/>
              </a:ext>
            </a:extLst>
          </p:cNvPr>
          <p:cNvSpPr txBox="1">
            <a:spLocks/>
          </p:cNvSpPr>
          <p:nvPr userDrawn="1"/>
        </p:nvSpPr>
        <p:spPr>
          <a:xfrm>
            <a:off x="11426179" y="6454130"/>
            <a:ext cx="26042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1400">
                <a:solidFill>
                  <a:srgbClr val="FF0000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8A8675-40C0-40D2-8FCE-EA4A25F48F18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 descr="Logo&#10;&#10;Description automatically generated with medium confidence">
            <a:extLst>
              <a:ext uri="{FF2B5EF4-FFF2-40B4-BE49-F238E27FC236}">
                <a16:creationId xmlns:a16="http://schemas.microsoft.com/office/drawing/2014/main" id="{6F05B9AA-F112-09C8-85B8-3959E8821F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31" y="117426"/>
            <a:ext cx="1656184" cy="613215"/>
          </a:xfrm>
          <a:prstGeom prst="rect">
            <a:avLst/>
          </a:pr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26F9DAE-D5AB-ADFC-23B4-4E5F6BADE87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7536046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3 Columns Content">
    <p:bg>
      <p:bgPr>
        <a:solidFill>
          <a:srgbClr val="FFD40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/>
          <p:cNvSpPr/>
          <p:nvPr userDrawn="1"/>
        </p:nvSpPr>
        <p:spPr>
          <a:xfrm>
            <a:off x="2886032" y="0"/>
            <a:ext cx="5997764" cy="6861328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7764" h="6861328">
                <a:moveTo>
                  <a:pt x="0" y="6859588"/>
                </a:moveTo>
                <a:lnTo>
                  <a:pt x="5575577" y="6861328"/>
                </a:lnTo>
                <a:lnTo>
                  <a:pt x="5887032" y="6547210"/>
                </a:lnTo>
                <a:cubicBezTo>
                  <a:pt x="5953972" y="6480608"/>
                  <a:pt x="5993452" y="6394128"/>
                  <a:pt x="5993513" y="6344898"/>
                </a:cubicBezTo>
                <a:cubicBezTo>
                  <a:pt x="5991738" y="6046753"/>
                  <a:pt x="5997764" y="298145"/>
                  <a:pt x="5995989" y="0"/>
                </a:cubicBezTo>
                <a:lnTo>
                  <a:pt x="1" y="0"/>
                </a:lnTo>
                <a:cubicBezTo>
                  <a:pt x="1" y="2286529"/>
                  <a:pt x="0" y="4573059"/>
                  <a:pt x="0" y="6859588"/>
                </a:cubicBezTo>
                <a:close/>
              </a:path>
            </a:pathLst>
          </a:cu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Freeform 20"/>
          <p:cNvSpPr/>
          <p:nvPr userDrawn="1"/>
        </p:nvSpPr>
        <p:spPr>
          <a:xfrm>
            <a:off x="0" y="0"/>
            <a:ext cx="5997764" cy="6861328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7764" h="6861328">
                <a:moveTo>
                  <a:pt x="0" y="6859588"/>
                </a:moveTo>
                <a:lnTo>
                  <a:pt x="5575577" y="6861328"/>
                </a:lnTo>
                <a:lnTo>
                  <a:pt x="5887032" y="6547210"/>
                </a:lnTo>
                <a:cubicBezTo>
                  <a:pt x="5953972" y="6480608"/>
                  <a:pt x="5993452" y="6394128"/>
                  <a:pt x="5993513" y="6344898"/>
                </a:cubicBezTo>
                <a:cubicBezTo>
                  <a:pt x="5991738" y="6046753"/>
                  <a:pt x="5997764" y="298145"/>
                  <a:pt x="5995989" y="0"/>
                </a:cubicBezTo>
                <a:lnTo>
                  <a:pt x="1" y="0"/>
                </a:lnTo>
                <a:cubicBezTo>
                  <a:pt x="1" y="2286529"/>
                  <a:pt x="0" y="4573059"/>
                  <a:pt x="0" y="6859588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435601" y="1989634"/>
            <a:ext cx="5187108" cy="3314324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18" name="Content Placeholder 5"/>
          <p:cNvSpPr>
            <a:spLocks noGrp="1"/>
          </p:cNvSpPr>
          <p:nvPr>
            <p:ph sz="quarter" idx="13" hasCustomPrompt="1"/>
          </p:nvPr>
        </p:nvSpPr>
        <p:spPr>
          <a:xfrm>
            <a:off x="6190572" y="1644561"/>
            <a:ext cx="2634704" cy="3314324"/>
          </a:xfrm>
        </p:spPr>
        <p:txBody>
          <a:bodyPr/>
          <a:lstStyle>
            <a:lvl1pPr>
              <a:lnSpc>
                <a:spcPct val="100000"/>
              </a:lnSpc>
              <a:spcAft>
                <a:spcPts val="2200"/>
              </a:spcAft>
              <a:defRPr sz="4600">
                <a:solidFill>
                  <a:schemeClr val="tx2"/>
                </a:solidFill>
                <a:latin typeface="Amalia Medium" pitchFamily="34" charset="0"/>
              </a:defRPr>
            </a:lvl1pPr>
            <a:lvl2pPr marL="0" indent="0">
              <a:lnSpc>
                <a:spcPct val="110000"/>
              </a:lnSpc>
              <a:buFontTx/>
              <a:buNone/>
              <a:defRPr sz="1800">
                <a:solidFill>
                  <a:schemeClr val="tx2"/>
                </a:solidFill>
              </a:defRPr>
            </a:lvl2pPr>
            <a:lvl3pPr marL="0" indent="0">
              <a:buNone/>
              <a:defRPr sz="1400">
                <a:solidFill>
                  <a:schemeClr val="tx2"/>
                </a:solidFill>
              </a:defRPr>
            </a:lvl3pPr>
            <a:lvl4pPr marL="180000">
              <a:spcBef>
                <a:spcPts val="700"/>
              </a:spcBef>
              <a:buFontTx/>
              <a:buBlip>
                <a:blip r:embed="rId2"/>
              </a:buBlip>
              <a:defRPr sz="1400"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9" name="Content Placeholder 5"/>
          <p:cNvSpPr>
            <a:spLocks noGrp="1"/>
          </p:cNvSpPr>
          <p:nvPr>
            <p:ph sz="quarter" idx="14" hasCustomPrompt="1"/>
          </p:nvPr>
        </p:nvSpPr>
        <p:spPr>
          <a:xfrm>
            <a:off x="9064401" y="1644561"/>
            <a:ext cx="2634704" cy="3314324"/>
          </a:xfrm>
        </p:spPr>
        <p:txBody>
          <a:bodyPr/>
          <a:lstStyle>
            <a:lvl1pPr>
              <a:lnSpc>
                <a:spcPct val="100000"/>
              </a:lnSpc>
              <a:spcAft>
                <a:spcPts val="2200"/>
              </a:spcAft>
              <a:defRPr sz="4600">
                <a:solidFill>
                  <a:schemeClr val="tx2"/>
                </a:solidFill>
                <a:latin typeface="Amalia Medium" pitchFamily="34" charset="0"/>
              </a:defRPr>
            </a:lvl1pPr>
            <a:lvl2pPr marL="0" indent="0">
              <a:lnSpc>
                <a:spcPct val="110000"/>
              </a:lnSpc>
              <a:buFontTx/>
              <a:buNone/>
              <a:defRPr sz="1800">
                <a:solidFill>
                  <a:schemeClr val="tx2"/>
                </a:solidFill>
              </a:defRPr>
            </a:lvl2pPr>
            <a:lvl3pPr marL="0" indent="0">
              <a:buNone/>
              <a:defRPr sz="1400">
                <a:solidFill>
                  <a:schemeClr val="tx2"/>
                </a:solidFill>
              </a:defRPr>
            </a:lvl3pPr>
            <a:lvl4pPr marL="180000">
              <a:spcBef>
                <a:spcPts val="700"/>
              </a:spcBef>
              <a:buFontTx/>
              <a:buBlip>
                <a:blip r:embed="rId2"/>
              </a:buBlip>
              <a:defRPr sz="1400"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Slide Number Placeholder 109">
            <a:extLst>
              <a:ext uri="{FF2B5EF4-FFF2-40B4-BE49-F238E27FC236}">
                <a16:creationId xmlns:a16="http://schemas.microsoft.com/office/drawing/2014/main" id="{C55294A0-6B1C-06D1-B7B5-FEEA0015312E}"/>
              </a:ext>
            </a:extLst>
          </p:cNvPr>
          <p:cNvSpPr txBox="1">
            <a:spLocks/>
          </p:cNvSpPr>
          <p:nvPr userDrawn="1"/>
        </p:nvSpPr>
        <p:spPr>
          <a:xfrm>
            <a:off x="11426179" y="6454130"/>
            <a:ext cx="26042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1400">
                <a:solidFill>
                  <a:srgbClr val="FF0000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8A8675-40C0-40D2-8FCE-EA4A25F48F18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CF2872D-5B35-762E-FE55-79B40C1C7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428" y="1341562"/>
            <a:ext cx="5228111" cy="30784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GB"/>
          </a:p>
        </p:txBody>
      </p:sp>
      <p:pic>
        <p:nvPicPr>
          <p:cNvPr id="2" name="Picture 1" descr="Logo&#10;&#10;Description automatically generated with medium confidence">
            <a:extLst>
              <a:ext uri="{FF2B5EF4-FFF2-40B4-BE49-F238E27FC236}">
                <a16:creationId xmlns:a16="http://schemas.microsoft.com/office/drawing/2014/main" id="{434AF847-17B2-4603-D6FD-E25C8B1ECCF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31" y="136525"/>
            <a:ext cx="1656184" cy="613215"/>
          </a:xfrm>
          <a:prstGeom prst="rect">
            <a:avLst/>
          </a:prstGeom>
        </p:spPr>
      </p:pic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F711DE4-D0DC-1F36-ED50-6D46E5A8189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559666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Columns Content">
    <p:bg>
      <p:bgPr>
        <a:solidFill>
          <a:srgbClr val="FFD40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/>
          <p:cNvSpPr/>
          <p:nvPr userDrawn="1"/>
        </p:nvSpPr>
        <p:spPr>
          <a:xfrm>
            <a:off x="3289275" y="0"/>
            <a:ext cx="5997764" cy="6861328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7764" h="6861328">
                <a:moveTo>
                  <a:pt x="0" y="6859588"/>
                </a:moveTo>
                <a:lnTo>
                  <a:pt x="5575577" y="6861328"/>
                </a:lnTo>
                <a:lnTo>
                  <a:pt x="5887032" y="6547210"/>
                </a:lnTo>
                <a:cubicBezTo>
                  <a:pt x="5953972" y="6480608"/>
                  <a:pt x="5993452" y="6394128"/>
                  <a:pt x="5993513" y="6344898"/>
                </a:cubicBezTo>
                <a:cubicBezTo>
                  <a:pt x="5991738" y="6046753"/>
                  <a:pt x="5997764" y="298145"/>
                  <a:pt x="5995989" y="0"/>
                </a:cubicBezTo>
                <a:lnTo>
                  <a:pt x="1" y="0"/>
                </a:lnTo>
                <a:cubicBezTo>
                  <a:pt x="1" y="2286529"/>
                  <a:pt x="0" y="4573059"/>
                  <a:pt x="0" y="6859588"/>
                </a:cubicBezTo>
                <a:close/>
              </a:path>
            </a:pathLst>
          </a:cu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Freeform 20"/>
          <p:cNvSpPr/>
          <p:nvPr userDrawn="1"/>
        </p:nvSpPr>
        <p:spPr>
          <a:xfrm>
            <a:off x="192931" y="0"/>
            <a:ext cx="5997764" cy="6861328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7764" h="6861328">
                <a:moveTo>
                  <a:pt x="0" y="6859588"/>
                </a:moveTo>
                <a:lnTo>
                  <a:pt x="5575577" y="6861328"/>
                </a:lnTo>
                <a:lnTo>
                  <a:pt x="5887032" y="6547210"/>
                </a:lnTo>
                <a:cubicBezTo>
                  <a:pt x="5953972" y="6480608"/>
                  <a:pt x="5993452" y="6394128"/>
                  <a:pt x="5993513" y="6344898"/>
                </a:cubicBezTo>
                <a:cubicBezTo>
                  <a:pt x="5991738" y="6046753"/>
                  <a:pt x="5997764" y="298145"/>
                  <a:pt x="5995989" y="0"/>
                </a:cubicBezTo>
                <a:lnTo>
                  <a:pt x="1" y="0"/>
                </a:lnTo>
                <a:cubicBezTo>
                  <a:pt x="1" y="2286529"/>
                  <a:pt x="0" y="4573059"/>
                  <a:pt x="0" y="6859588"/>
                </a:cubicBezTo>
                <a:close/>
              </a:path>
            </a:pathLst>
          </a:custGeom>
          <a:solidFill>
            <a:schemeClr val="bg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C501192C-1788-7C6B-76AE-A53CAC06A322}"/>
              </a:ext>
            </a:extLst>
          </p:cNvPr>
          <p:cNvSpPr/>
          <p:nvPr userDrawn="1"/>
        </p:nvSpPr>
        <p:spPr>
          <a:xfrm>
            <a:off x="0" y="-1740"/>
            <a:ext cx="3326141" cy="6861328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7764" h="6861328">
                <a:moveTo>
                  <a:pt x="0" y="6859588"/>
                </a:moveTo>
                <a:lnTo>
                  <a:pt x="5575577" y="6861328"/>
                </a:lnTo>
                <a:lnTo>
                  <a:pt x="5887032" y="6547210"/>
                </a:lnTo>
                <a:cubicBezTo>
                  <a:pt x="5953972" y="6480608"/>
                  <a:pt x="5993452" y="6394128"/>
                  <a:pt x="5993513" y="6344898"/>
                </a:cubicBezTo>
                <a:cubicBezTo>
                  <a:pt x="5991738" y="6046753"/>
                  <a:pt x="5997764" y="298145"/>
                  <a:pt x="5995989" y="0"/>
                </a:cubicBezTo>
                <a:lnTo>
                  <a:pt x="1" y="0"/>
                </a:lnTo>
                <a:cubicBezTo>
                  <a:pt x="1" y="2286529"/>
                  <a:pt x="0" y="4573059"/>
                  <a:pt x="0" y="6859588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435601" y="1684679"/>
            <a:ext cx="5187108" cy="3314324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18" name="Content Placeholder 5"/>
          <p:cNvSpPr>
            <a:spLocks noGrp="1"/>
          </p:cNvSpPr>
          <p:nvPr>
            <p:ph sz="quarter" idx="13" hasCustomPrompt="1"/>
          </p:nvPr>
        </p:nvSpPr>
        <p:spPr>
          <a:xfrm>
            <a:off x="6190572" y="1629594"/>
            <a:ext cx="2634704" cy="3314324"/>
          </a:xfrm>
        </p:spPr>
        <p:txBody>
          <a:bodyPr/>
          <a:lstStyle>
            <a:lvl1pPr>
              <a:lnSpc>
                <a:spcPct val="100000"/>
              </a:lnSpc>
              <a:spcAft>
                <a:spcPts val="2200"/>
              </a:spcAft>
              <a:defRPr sz="4600">
                <a:solidFill>
                  <a:schemeClr val="tx2"/>
                </a:solidFill>
                <a:latin typeface="Amalia Medium" pitchFamily="34" charset="0"/>
              </a:defRPr>
            </a:lvl1pPr>
            <a:lvl2pPr marL="0" indent="0">
              <a:lnSpc>
                <a:spcPct val="110000"/>
              </a:lnSpc>
              <a:buFontTx/>
              <a:buNone/>
              <a:defRPr sz="1800">
                <a:solidFill>
                  <a:schemeClr val="tx2"/>
                </a:solidFill>
              </a:defRPr>
            </a:lvl2pPr>
            <a:lvl3pPr marL="0" indent="0">
              <a:buNone/>
              <a:defRPr sz="1400">
                <a:solidFill>
                  <a:schemeClr val="tx2"/>
                </a:solidFill>
              </a:defRPr>
            </a:lvl3pPr>
            <a:lvl4pPr marL="180000">
              <a:spcBef>
                <a:spcPts val="700"/>
              </a:spcBef>
              <a:buFontTx/>
              <a:buBlip>
                <a:blip r:embed="rId2"/>
              </a:buBlip>
              <a:defRPr sz="1400"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9" name="Content Placeholder 5"/>
          <p:cNvSpPr>
            <a:spLocks noGrp="1"/>
          </p:cNvSpPr>
          <p:nvPr>
            <p:ph sz="quarter" idx="14" hasCustomPrompt="1"/>
          </p:nvPr>
        </p:nvSpPr>
        <p:spPr>
          <a:xfrm>
            <a:off x="9064401" y="1629594"/>
            <a:ext cx="2634704" cy="3314324"/>
          </a:xfrm>
        </p:spPr>
        <p:txBody>
          <a:bodyPr/>
          <a:lstStyle>
            <a:lvl1pPr>
              <a:lnSpc>
                <a:spcPct val="100000"/>
              </a:lnSpc>
              <a:spcAft>
                <a:spcPts val="2200"/>
              </a:spcAft>
              <a:defRPr sz="4600">
                <a:solidFill>
                  <a:schemeClr val="tx2"/>
                </a:solidFill>
                <a:latin typeface="Amalia Medium" pitchFamily="34" charset="0"/>
              </a:defRPr>
            </a:lvl1pPr>
            <a:lvl2pPr marL="0" indent="0">
              <a:lnSpc>
                <a:spcPct val="110000"/>
              </a:lnSpc>
              <a:buFontTx/>
              <a:buNone/>
              <a:defRPr sz="1800">
                <a:solidFill>
                  <a:schemeClr val="tx2"/>
                </a:solidFill>
              </a:defRPr>
            </a:lvl2pPr>
            <a:lvl3pPr marL="0" indent="0">
              <a:buNone/>
              <a:defRPr sz="1400">
                <a:solidFill>
                  <a:schemeClr val="tx2"/>
                </a:solidFill>
              </a:defRPr>
            </a:lvl3pPr>
            <a:lvl4pPr marL="180000">
              <a:spcBef>
                <a:spcPts val="700"/>
              </a:spcBef>
              <a:buFontTx/>
              <a:buBlip>
                <a:blip r:embed="rId2"/>
              </a:buBlip>
              <a:defRPr sz="1400"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5A9657EF-2A4B-8F72-AD05-1A29E4B70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428" y="1117230"/>
            <a:ext cx="11315701" cy="30784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7" name="Slide Number Placeholder 109">
            <a:extLst>
              <a:ext uri="{FF2B5EF4-FFF2-40B4-BE49-F238E27FC236}">
                <a16:creationId xmlns:a16="http://schemas.microsoft.com/office/drawing/2014/main" id="{DDF83BB3-77E2-B0A0-53BC-C5DF6F85ABF8}"/>
              </a:ext>
            </a:extLst>
          </p:cNvPr>
          <p:cNvSpPr txBox="1">
            <a:spLocks/>
          </p:cNvSpPr>
          <p:nvPr userDrawn="1"/>
        </p:nvSpPr>
        <p:spPr>
          <a:xfrm>
            <a:off x="11426179" y="6454130"/>
            <a:ext cx="26042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1400">
                <a:solidFill>
                  <a:srgbClr val="FF0000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8A8675-40C0-40D2-8FCE-EA4A25F48F18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F53D111-30A6-3BBC-98DD-6E8B153B25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Presentation title</a:t>
            </a:r>
          </a:p>
        </p:txBody>
      </p:sp>
      <p:pic>
        <p:nvPicPr>
          <p:cNvPr id="4" name="Picture 1" descr="Logo&#10;&#10;Description automatically generated with medium confidence">
            <a:extLst>
              <a:ext uri="{FF2B5EF4-FFF2-40B4-BE49-F238E27FC236}">
                <a16:creationId xmlns:a16="http://schemas.microsoft.com/office/drawing/2014/main" id="{B9D826C7-8B79-5CF6-ED32-16D387F3D81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31" y="136525"/>
            <a:ext cx="1656184" cy="61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9676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lumns 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/>
          <p:cNvSpPr/>
          <p:nvPr userDrawn="1"/>
        </p:nvSpPr>
        <p:spPr>
          <a:xfrm>
            <a:off x="2785219" y="0"/>
            <a:ext cx="5332676" cy="6861328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665088 w 5997764"/>
              <a:gd name="connsiteY5" fmla="*/ 0 h 6861328"/>
              <a:gd name="connsiteX6" fmla="*/ 0 w 5997764"/>
              <a:gd name="connsiteY6" fmla="*/ 6859588 h 6861328"/>
              <a:gd name="connsiteX0" fmla="*/ 0 w 5332676"/>
              <a:gd name="connsiteY0" fmla="*/ 6859588 h 6861328"/>
              <a:gd name="connsiteX1" fmla="*/ 4910489 w 5332676"/>
              <a:gd name="connsiteY1" fmla="*/ 6861328 h 6861328"/>
              <a:gd name="connsiteX2" fmla="*/ 5221944 w 5332676"/>
              <a:gd name="connsiteY2" fmla="*/ 6547210 h 6861328"/>
              <a:gd name="connsiteX3" fmla="*/ 5328425 w 5332676"/>
              <a:gd name="connsiteY3" fmla="*/ 6344898 h 6861328"/>
              <a:gd name="connsiteX4" fmla="*/ 5330901 w 5332676"/>
              <a:gd name="connsiteY4" fmla="*/ 0 h 6861328"/>
              <a:gd name="connsiteX5" fmla="*/ 0 w 5332676"/>
              <a:gd name="connsiteY5" fmla="*/ 0 h 6861328"/>
              <a:gd name="connsiteX6" fmla="*/ 0 w 5332676"/>
              <a:gd name="connsiteY6" fmla="*/ 6859588 h 686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32676" h="6861328">
                <a:moveTo>
                  <a:pt x="0" y="6859588"/>
                </a:moveTo>
                <a:lnTo>
                  <a:pt x="4910489" y="6861328"/>
                </a:lnTo>
                <a:lnTo>
                  <a:pt x="5221944" y="6547210"/>
                </a:lnTo>
                <a:cubicBezTo>
                  <a:pt x="5288884" y="6480608"/>
                  <a:pt x="5328364" y="6394128"/>
                  <a:pt x="5328425" y="6344898"/>
                </a:cubicBezTo>
                <a:cubicBezTo>
                  <a:pt x="5326650" y="6046753"/>
                  <a:pt x="5332676" y="298145"/>
                  <a:pt x="5330901" y="0"/>
                </a:cubicBezTo>
                <a:lnTo>
                  <a:pt x="0" y="0"/>
                </a:lnTo>
                <a:lnTo>
                  <a:pt x="0" y="6859588"/>
                </a:lnTo>
                <a:close/>
              </a:path>
            </a:pathLst>
          </a:custGeom>
          <a:solidFill>
            <a:srgbClr val="F8F6F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reeform 12"/>
          <p:cNvSpPr/>
          <p:nvPr userDrawn="1"/>
        </p:nvSpPr>
        <p:spPr>
          <a:xfrm>
            <a:off x="1" y="0"/>
            <a:ext cx="4175940" cy="6861328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1821823 w 5997763"/>
              <a:gd name="connsiteY0" fmla="*/ 6859588 h 6861328"/>
              <a:gd name="connsiteX1" fmla="*/ 5575576 w 5997763"/>
              <a:gd name="connsiteY1" fmla="*/ 6861328 h 6861328"/>
              <a:gd name="connsiteX2" fmla="*/ 5887031 w 5997763"/>
              <a:gd name="connsiteY2" fmla="*/ 6547210 h 6861328"/>
              <a:gd name="connsiteX3" fmla="*/ 5993512 w 5997763"/>
              <a:gd name="connsiteY3" fmla="*/ 6344898 h 6861328"/>
              <a:gd name="connsiteX4" fmla="*/ 5995988 w 5997763"/>
              <a:gd name="connsiteY4" fmla="*/ 0 h 6861328"/>
              <a:gd name="connsiteX5" fmla="*/ 0 w 5997763"/>
              <a:gd name="connsiteY5" fmla="*/ 0 h 6861328"/>
              <a:gd name="connsiteX6" fmla="*/ 1821823 w 5997763"/>
              <a:gd name="connsiteY6" fmla="*/ 6859588 h 6861328"/>
              <a:gd name="connsiteX0" fmla="*/ 0 w 4175940"/>
              <a:gd name="connsiteY0" fmla="*/ 6859588 h 6861328"/>
              <a:gd name="connsiteX1" fmla="*/ 3753753 w 4175940"/>
              <a:gd name="connsiteY1" fmla="*/ 6861328 h 6861328"/>
              <a:gd name="connsiteX2" fmla="*/ 4065208 w 4175940"/>
              <a:gd name="connsiteY2" fmla="*/ 6547210 h 6861328"/>
              <a:gd name="connsiteX3" fmla="*/ 4171689 w 4175940"/>
              <a:gd name="connsiteY3" fmla="*/ 6344898 h 6861328"/>
              <a:gd name="connsiteX4" fmla="*/ 4174165 w 4175940"/>
              <a:gd name="connsiteY4" fmla="*/ 0 h 6861328"/>
              <a:gd name="connsiteX5" fmla="*/ 0 w 4175940"/>
              <a:gd name="connsiteY5" fmla="*/ 0 h 6861328"/>
              <a:gd name="connsiteX6" fmla="*/ 0 w 4175940"/>
              <a:gd name="connsiteY6" fmla="*/ 6859588 h 686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75940" h="6861328">
                <a:moveTo>
                  <a:pt x="0" y="6859588"/>
                </a:moveTo>
                <a:lnTo>
                  <a:pt x="3753753" y="6861328"/>
                </a:lnTo>
                <a:lnTo>
                  <a:pt x="4065208" y="6547210"/>
                </a:lnTo>
                <a:cubicBezTo>
                  <a:pt x="4132148" y="6480608"/>
                  <a:pt x="4171628" y="6394128"/>
                  <a:pt x="4171689" y="6344898"/>
                </a:cubicBezTo>
                <a:cubicBezTo>
                  <a:pt x="4169914" y="6046753"/>
                  <a:pt x="4175940" y="298145"/>
                  <a:pt x="4174165" y="0"/>
                </a:cubicBezTo>
                <a:lnTo>
                  <a:pt x="0" y="0"/>
                </a:lnTo>
                <a:lnTo>
                  <a:pt x="0" y="6859588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Content Placeholder 5"/>
          <p:cNvSpPr>
            <a:spLocks noGrp="1"/>
          </p:cNvSpPr>
          <p:nvPr>
            <p:ph sz="quarter" idx="10"/>
          </p:nvPr>
        </p:nvSpPr>
        <p:spPr>
          <a:xfrm>
            <a:off x="435601" y="2181609"/>
            <a:ext cx="3636337" cy="2472321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21" name="Content Placeholder 5"/>
          <p:cNvSpPr>
            <a:spLocks noGrp="1"/>
          </p:cNvSpPr>
          <p:nvPr>
            <p:ph sz="quarter" idx="14"/>
          </p:nvPr>
        </p:nvSpPr>
        <p:spPr>
          <a:xfrm>
            <a:off x="4369246" y="2181609"/>
            <a:ext cx="3636337" cy="2472321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23" name="Content Placeholder 5"/>
          <p:cNvSpPr>
            <a:spLocks noGrp="1"/>
          </p:cNvSpPr>
          <p:nvPr>
            <p:ph sz="quarter" idx="16"/>
          </p:nvPr>
        </p:nvSpPr>
        <p:spPr>
          <a:xfrm>
            <a:off x="8302533" y="2181609"/>
            <a:ext cx="3636337" cy="2472321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E832644B-A027-3D0A-F973-728D68BC09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6563" y="1711251"/>
            <a:ext cx="3500784" cy="20637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Amalia Medium" pitchFamily="34" charset="0"/>
              </a:defRPr>
            </a:lvl1pPr>
          </a:lstStyle>
          <a:p>
            <a:pPr lvl="0"/>
            <a:r>
              <a:rPr lang="en-US"/>
              <a:t>Secondary heading goes here – 14pt</a:t>
            </a:r>
            <a:endParaRPr lang="en-GB"/>
          </a:p>
        </p:txBody>
      </p:sp>
      <p:sp>
        <p:nvSpPr>
          <p:cNvPr id="3" name="Slide Number Placeholder 109">
            <a:extLst>
              <a:ext uri="{FF2B5EF4-FFF2-40B4-BE49-F238E27FC236}">
                <a16:creationId xmlns:a16="http://schemas.microsoft.com/office/drawing/2014/main" id="{2F8959B9-71B7-77E6-9C4F-EB986D14246C}"/>
              </a:ext>
            </a:extLst>
          </p:cNvPr>
          <p:cNvSpPr txBox="1">
            <a:spLocks/>
          </p:cNvSpPr>
          <p:nvPr userDrawn="1"/>
        </p:nvSpPr>
        <p:spPr>
          <a:xfrm>
            <a:off x="11426179" y="6454130"/>
            <a:ext cx="26042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1400">
                <a:solidFill>
                  <a:srgbClr val="FF0000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8A8675-40C0-40D2-8FCE-EA4A25F48F18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EDDEC01-4450-8F95-6FC7-C320B95CC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955" y="1105722"/>
            <a:ext cx="11315701" cy="30784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GB"/>
          </a:p>
        </p:txBody>
      </p:sp>
      <p:pic>
        <p:nvPicPr>
          <p:cNvPr id="2" name="Picture 1" descr="Logo&#10;&#10;Description automatically generated with medium confidence">
            <a:extLst>
              <a:ext uri="{FF2B5EF4-FFF2-40B4-BE49-F238E27FC236}">
                <a16:creationId xmlns:a16="http://schemas.microsoft.com/office/drawing/2014/main" id="{5D9961CA-373F-2154-B3B1-874B4BEDDB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31" y="117426"/>
            <a:ext cx="1656184" cy="613215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B5E53A-3BCE-4478-A244-8090B97179D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7414810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and 1/4 content page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 userDrawn="1"/>
        </p:nvSpPr>
        <p:spPr>
          <a:xfrm>
            <a:off x="0" y="0"/>
            <a:ext cx="9086554" cy="6861328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1821823 w 5997763"/>
              <a:gd name="connsiteY0" fmla="*/ 6859588 h 6861328"/>
              <a:gd name="connsiteX1" fmla="*/ 5575576 w 5997763"/>
              <a:gd name="connsiteY1" fmla="*/ 6861328 h 6861328"/>
              <a:gd name="connsiteX2" fmla="*/ 5887031 w 5997763"/>
              <a:gd name="connsiteY2" fmla="*/ 6547210 h 6861328"/>
              <a:gd name="connsiteX3" fmla="*/ 5993512 w 5997763"/>
              <a:gd name="connsiteY3" fmla="*/ 6344898 h 6861328"/>
              <a:gd name="connsiteX4" fmla="*/ 5995988 w 5997763"/>
              <a:gd name="connsiteY4" fmla="*/ 0 h 6861328"/>
              <a:gd name="connsiteX5" fmla="*/ 0 w 5997763"/>
              <a:gd name="connsiteY5" fmla="*/ 0 h 6861328"/>
              <a:gd name="connsiteX6" fmla="*/ 1821823 w 5997763"/>
              <a:gd name="connsiteY6" fmla="*/ 6859588 h 6861328"/>
              <a:gd name="connsiteX0" fmla="*/ 0 w 4175940"/>
              <a:gd name="connsiteY0" fmla="*/ 6859588 h 6861328"/>
              <a:gd name="connsiteX1" fmla="*/ 3753753 w 4175940"/>
              <a:gd name="connsiteY1" fmla="*/ 6861328 h 6861328"/>
              <a:gd name="connsiteX2" fmla="*/ 4065208 w 4175940"/>
              <a:gd name="connsiteY2" fmla="*/ 6547210 h 6861328"/>
              <a:gd name="connsiteX3" fmla="*/ 4171689 w 4175940"/>
              <a:gd name="connsiteY3" fmla="*/ 6344898 h 6861328"/>
              <a:gd name="connsiteX4" fmla="*/ 4174165 w 4175940"/>
              <a:gd name="connsiteY4" fmla="*/ 0 h 6861328"/>
              <a:gd name="connsiteX5" fmla="*/ 0 w 4175940"/>
              <a:gd name="connsiteY5" fmla="*/ 0 h 6861328"/>
              <a:gd name="connsiteX6" fmla="*/ 0 w 4175940"/>
              <a:gd name="connsiteY6" fmla="*/ 6859588 h 6861328"/>
              <a:gd name="connsiteX0" fmla="*/ 4910614 w 9086554"/>
              <a:gd name="connsiteY0" fmla="*/ 6859588 h 6861328"/>
              <a:gd name="connsiteX1" fmla="*/ 8664367 w 9086554"/>
              <a:gd name="connsiteY1" fmla="*/ 6861328 h 6861328"/>
              <a:gd name="connsiteX2" fmla="*/ 8975822 w 9086554"/>
              <a:gd name="connsiteY2" fmla="*/ 6547210 h 6861328"/>
              <a:gd name="connsiteX3" fmla="*/ 9082303 w 9086554"/>
              <a:gd name="connsiteY3" fmla="*/ 6344898 h 6861328"/>
              <a:gd name="connsiteX4" fmla="*/ 9084779 w 9086554"/>
              <a:gd name="connsiteY4" fmla="*/ 0 h 6861328"/>
              <a:gd name="connsiteX5" fmla="*/ 0 w 9086554"/>
              <a:gd name="connsiteY5" fmla="*/ 0 h 6861328"/>
              <a:gd name="connsiteX6" fmla="*/ 4910614 w 9086554"/>
              <a:gd name="connsiteY6" fmla="*/ 6859588 h 6861328"/>
              <a:gd name="connsiteX0" fmla="*/ 0 w 9086554"/>
              <a:gd name="connsiteY0" fmla="*/ 6859588 h 6861328"/>
              <a:gd name="connsiteX1" fmla="*/ 8664367 w 9086554"/>
              <a:gd name="connsiteY1" fmla="*/ 6861328 h 6861328"/>
              <a:gd name="connsiteX2" fmla="*/ 8975822 w 9086554"/>
              <a:gd name="connsiteY2" fmla="*/ 6547210 h 6861328"/>
              <a:gd name="connsiteX3" fmla="*/ 9082303 w 9086554"/>
              <a:gd name="connsiteY3" fmla="*/ 6344898 h 6861328"/>
              <a:gd name="connsiteX4" fmla="*/ 9084779 w 9086554"/>
              <a:gd name="connsiteY4" fmla="*/ 0 h 6861328"/>
              <a:gd name="connsiteX5" fmla="*/ 0 w 9086554"/>
              <a:gd name="connsiteY5" fmla="*/ 0 h 6861328"/>
              <a:gd name="connsiteX6" fmla="*/ 0 w 9086554"/>
              <a:gd name="connsiteY6" fmla="*/ 6859588 h 686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086554" h="6861328">
                <a:moveTo>
                  <a:pt x="0" y="6859588"/>
                </a:moveTo>
                <a:lnTo>
                  <a:pt x="8664367" y="6861328"/>
                </a:lnTo>
                <a:lnTo>
                  <a:pt x="8975822" y="6547210"/>
                </a:lnTo>
                <a:cubicBezTo>
                  <a:pt x="9042762" y="6480608"/>
                  <a:pt x="9082242" y="6394128"/>
                  <a:pt x="9082303" y="6344898"/>
                </a:cubicBezTo>
                <a:cubicBezTo>
                  <a:pt x="9080528" y="6046753"/>
                  <a:pt x="9086554" y="298145"/>
                  <a:pt x="9084779" y="0"/>
                </a:cubicBezTo>
                <a:lnTo>
                  <a:pt x="0" y="0"/>
                </a:lnTo>
                <a:lnTo>
                  <a:pt x="0" y="6859588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Content Placeholder 5"/>
          <p:cNvSpPr>
            <a:spLocks noGrp="1"/>
          </p:cNvSpPr>
          <p:nvPr>
            <p:ph sz="quarter" idx="10"/>
          </p:nvPr>
        </p:nvSpPr>
        <p:spPr>
          <a:xfrm>
            <a:off x="435601" y="2192506"/>
            <a:ext cx="8398290" cy="3912481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25" name="Content Placeholder 5"/>
          <p:cNvSpPr>
            <a:spLocks noGrp="1"/>
          </p:cNvSpPr>
          <p:nvPr>
            <p:ph sz="quarter" idx="14" hasCustomPrompt="1"/>
          </p:nvPr>
        </p:nvSpPr>
        <p:spPr>
          <a:xfrm>
            <a:off x="9330838" y="1341562"/>
            <a:ext cx="2454762" cy="3314324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4200">
                <a:solidFill>
                  <a:schemeClr val="tx2"/>
                </a:solidFill>
                <a:latin typeface="Amalia Medium" pitchFamily="34" charset="0"/>
              </a:defRPr>
            </a:lvl1pPr>
            <a:lvl2pPr marL="0" indent="0">
              <a:lnSpc>
                <a:spcPct val="114000"/>
              </a:lnSpc>
              <a:buFontTx/>
              <a:buNone/>
              <a:defRPr sz="1600" baseline="0">
                <a:solidFill>
                  <a:schemeClr val="tx2"/>
                </a:solidFill>
              </a:defRPr>
            </a:lvl2pPr>
            <a:lvl3pPr marL="0" indent="0">
              <a:buNone/>
              <a:defRPr sz="1400">
                <a:solidFill>
                  <a:schemeClr val="tx2"/>
                </a:solidFill>
              </a:defRPr>
            </a:lvl3pPr>
            <a:lvl4pPr marL="180000">
              <a:spcBef>
                <a:spcPts val="700"/>
              </a:spcBef>
              <a:buFontTx/>
              <a:buBlip>
                <a:blip r:embed="rId2"/>
              </a:buBlip>
              <a:defRPr sz="1400"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2AA749F7-8A9B-9D8B-0FE2-19687816C6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6563" y="1768786"/>
            <a:ext cx="11322050" cy="20637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Amalia Medium" pitchFamily="34" charset="0"/>
              </a:defRPr>
            </a:lvl1pPr>
          </a:lstStyle>
          <a:p>
            <a:pPr lvl="0"/>
            <a:r>
              <a:rPr lang="en-US"/>
              <a:t>Secondary heading goes here – 14pt</a:t>
            </a:r>
            <a:endParaRPr lang="en-GB"/>
          </a:p>
        </p:txBody>
      </p:sp>
      <p:sp>
        <p:nvSpPr>
          <p:cNvPr id="3" name="Slide Number Placeholder 109">
            <a:extLst>
              <a:ext uri="{FF2B5EF4-FFF2-40B4-BE49-F238E27FC236}">
                <a16:creationId xmlns:a16="http://schemas.microsoft.com/office/drawing/2014/main" id="{FE65C0A1-9BED-95F6-E067-B0CA25082BCA}"/>
              </a:ext>
            </a:extLst>
          </p:cNvPr>
          <p:cNvSpPr txBox="1">
            <a:spLocks/>
          </p:cNvSpPr>
          <p:nvPr userDrawn="1"/>
        </p:nvSpPr>
        <p:spPr>
          <a:xfrm>
            <a:off x="11426179" y="6454130"/>
            <a:ext cx="26042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1400">
                <a:solidFill>
                  <a:srgbClr val="FF0000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8A8675-40C0-40D2-8FCE-EA4A25F48F18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EDE035EB-6C7B-CF4C-56E4-7FCCA5D1E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955" y="1105722"/>
            <a:ext cx="11315701" cy="30784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GB"/>
          </a:p>
        </p:txBody>
      </p:sp>
      <p:pic>
        <p:nvPicPr>
          <p:cNvPr id="2" name="Picture 1" descr="Logo&#10;&#10;Description automatically generated with medium confidence">
            <a:extLst>
              <a:ext uri="{FF2B5EF4-FFF2-40B4-BE49-F238E27FC236}">
                <a16:creationId xmlns:a16="http://schemas.microsoft.com/office/drawing/2014/main" id="{AA281B59-7EA0-3CEF-D506-7F533083F6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31" y="117426"/>
            <a:ext cx="1656184" cy="613215"/>
          </a:xfrm>
          <a:prstGeom prst="rect">
            <a:avLst/>
          </a:prstGeom>
        </p:spPr>
      </p:pic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6620FC-9A87-ADBE-A58B-4626D45DA8B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5845866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for Corporate/Business 01"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50BECCE1-3235-EAA4-76A7-352EFFBB93AE}"/>
              </a:ext>
            </a:extLst>
          </p:cNvPr>
          <p:cNvSpPr/>
          <p:nvPr userDrawn="1"/>
        </p:nvSpPr>
        <p:spPr>
          <a:xfrm>
            <a:off x="3505299" y="742548"/>
            <a:ext cx="4786029" cy="6117040"/>
          </a:xfrm>
          <a:custGeom>
            <a:avLst/>
            <a:gdLst>
              <a:gd name="connsiteX0" fmla="*/ 890402 w 3920791"/>
              <a:gd name="connsiteY0" fmla="*/ 79 h 5011176"/>
              <a:gd name="connsiteX1" fmla="*/ 1296848 w 3920791"/>
              <a:gd name="connsiteY1" fmla="*/ 178245 h 5011176"/>
              <a:gd name="connsiteX2" fmla="*/ 3920791 w 3920791"/>
              <a:gd name="connsiteY2" fmla="*/ 2793425 h 5011176"/>
              <a:gd name="connsiteX3" fmla="*/ 1703038 w 3920791"/>
              <a:gd name="connsiteY3" fmla="*/ 5011176 h 5011176"/>
              <a:gd name="connsiteX4" fmla="*/ 0 w 3920791"/>
              <a:gd name="connsiteY4" fmla="*/ 5011176 h 5011176"/>
              <a:gd name="connsiteX5" fmla="*/ 2202835 w 3920791"/>
              <a:gd name="connsiteY5" fmla="*/ 2798191 h 5011176"/>
              <a:gd name="connsiteX6" fmla="*/ 4577 w 3920791"/>
              <a:gd name="connsiteY6" fmla="*/ 593181 h 5011176"/>
              <a:gd name="connsiteX7" fmla="*/ 439243 w 3920791"/>
              <a:gd name="connsiteY7" fmla="*/ 161008 h 5011176"/>
              <a:gd name="connsiteX8" fmla="*/ 890402 w 3920791"/>
              <a:gd name="connsiteY8" fmla="*/ 79 h 5011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20791" h="5011176">
                <a:moveTo>
                  <a:pt x="890402" y="79"/>
                </a:moveTo>
                <a:cubicBezTo>
                  <a:pt x="1082295" y="2952"/>
                  <a:pt x="1194521" y="97494"/>
                  <a:pt x="1296848" y="178245"/>
                </a:cubicBezTo>
                <a:lnTo>
                  <a:pt x="3920791" y="2793425"/>
                </a:lnTo>
                <a:lnTo>
                  <a:pt x="1703038" y="5011176"/>
                </a:lnTo>
                <a:lnTo>
                  <a:pt x="0" y="5011176"/>
                </a:lnTo>
                <a:lnTo>
                  <a:pt x="2202835" y="2798191"/>
                </a:lnTo>
                <a:lnTo>
                  <a:pt x="4577" y="593181"/>
                </a:lnTo>
                <a:lnTo>
                  <a:pt x="439243" y="161008"/>
                </a:lnTo>
                <a:cubicBezTo>
                  <a:pt x="531197" y="73914"/>
                  <a:pt x="698509" y="-2794"/>
                  <a:pt x="890402" y="79"/>
                </a:cubicBezTo>
                <a:close/>
              </a:path>
            </a:pathLst>
          </a:custGeom>
          <a:solidFill>
            <a:srgbClr val="FFD40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D7207301-0298-E103-BC7B-7BFB57F4406C}"/>
              </a:ext>
            </a:extLst>
          </p:cNvPr>
          <p:cNvSpPr/>
          <p:nvPr userDrawn="1"/>
        </p:nvSpPr>
        <p:spPr>
          <a:xfrm>
            <a:off x="9842003" y="405458"/>
            <a:ext cx="1085416" cy="1550817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032DA428-9F4B-4A8F-9DC8-936B3A9E1E88}"/>
              </a:ext>
            </a:extLst>
          </p:cNvPr>
          <p:cNvSpPr/>
          <p:nvPr userDrawn="1"/>
        </p:nvSpPr>
        <p:spPr>
          <a:xfrm>
            <a:off x="9842003" y="405458"/>
            <a:ext cx="1085416" cy="1550817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67F5D12B-7C89-88CB-500A-FCE3B99FC3E9}"/>
              </a:ext>
            </a:extLst>
          </p:cNvPr>
          <p:cNvSpPr txBox="1"/>
          <p:nvPr userDrawn="1"/>
        </p:nvSpPr>
        <p:spPr>
          <a:xfrm>
            <a:off x="1012380" y="6198905"/>
            <a:ext cx="5212966" cy="3949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algn="l" rtl="0" fontAlgn="base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lang="en-US" sz="800" b="1">
                <a:solidFill>
                  <a:schemeClr val="tx2"/>
                </a:solidFill>
                <a:latin typeface="Amalia" panose="020B0504020203020204" pitchFamily="34" charset="77"/>
              </a:rPr>
              <a:t>Raiffeisen Bank International | Member of RBI Group</a:t>
            </a:r>
          </a:p>
          <a:p>
            <a:pPr lvl="0" algn="l" rtl="0" fontAlgn="base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lang="en-US" sz="800" b="1">
                <a:solidFill>
                  <a:schemeClr val="tx2"/>
                </a:solidFill>
                <a:latin typeface="Amalia" panose="020B0504020203020204" pitchFamily="34" charset="77"/>
              </a:rPr>
              <a:t>Confidential and proprietary</a:t>
            </a:r>
          </a:p>
          <a:p>
            <a:pPr lvl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>
                <a:solidFill>
                  <a:schemeClr val="tx2"/>
                </a:solidFill>
                <a:latin typeface="Amalia" panose="020B0504020203020204" pitchFamily="34" charset="77"/>
              </a:rPr>
              <a:t>Any use of this material without specific permission of Raiffeisen Bank International is strictly prohibited.</a:t>
            </a:r>
            <a:endParaRPr lang="en-GB" sz="800" b="0">
              <a:solidFill>
                <a:schemeClr val="tx2"/>
              </a:solidFill>
              <a:latin typeface="Amalia" panose="020B0504020203020204" pitchFamily="34" charset="77"/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C5ADD85A-F31F-8E6B-AE34-EFFD9478A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839" y="3000375"/>
            <a:ext cx="6236876" cy="891382"/>
          </a:xfrm>
        </p:spPr>
        <p:txBody>
          <a:bodyPr/>
          <a:lstStyle/>
          <a:p>
            <a:r>
              <a:rPr lang="en-US" b="0"/>
              <a:t>Raiffeisen Bank International</a:t>
            </a:r>
            <a:br>
              <a:rPr lang="en-US"/>
            </a:br>
            <a:r>
              <a:rPr lang="en-US"/>
              <a:t>PowerPoint Template</a:t>
            </a:r>
            <a:endParaRPr lang="en-AT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EF8BC78-582B-D875-E352-6BDB31CE44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10504" y="4383026"/>
            <a:ext cx="5022633" cy="236988"/>
          </a:xfrm>
        </p:spPr>
        <p:txBody>
          <a:bodyPr/>
          <a:lstStyle/>
          <a:p>
            <a:r>
              <a:rPr lang="en-US"/>
              <a:t>Cover subheading to goes here</a:t>
            </a:r>
            <a:endParaRPr lang="en-GB"/>
          </a:p>
        </p:txBody>
      </p:sp>
      <p:pic>
        <p:nvPicPr>
          <p:cNvPr id="13" name="Picture 12" descr="BlackLogo.png">
            <a:extLst>
              <a:ext uri="{FF2B5EF4-FFF2-40B4-BE49-F238E27FC236}">
                <a16:creationId xmlns:a16="http://schemas.microsoft.com/office/drawing/2014/main" id="{04B8483F-4CC7-3FE6-5061-53426779DE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36947" y="261442"/>
            <a:ext cx="1326781" cy="33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3586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for Corporate/Business 02"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2">
            <a:extLst>
              <a:ext uri="{FF2B5EF4-FFF2-40B4-BE49-F238E27FC236}">
                <a16:creationId xmlns:a16="http://schemas.microsoft.com/office/drawing/2014/main" id="{C9FB6A74-E7E9-A651-985C-11B515899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2424" y="3019042"/>
            <a:ext cx="4551468" cy="886397"/>
          </a:xfr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3200" b="1" spc="-3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/>
              <a:t>Titelmasterformat durch Klicken bearbeiten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1EF638-09AA-32EA-514D-450CA78622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80088" y="4358216"/>
            <a:ext cx="4552723" cy="269304"/>
          </a:xfrm>
        </p:spPr>
        <p:txBody>
          <a:bodyPr wrap="square">
            <a:spAutoFit/>
          </a:bodyPr>
          <a:lstStyle>
            <a:lvl1pPr marL="0" marR="0" indent="0" algn="l" defTabSz="1088776" rtl="0" eaLnBrk="1" fontAlgn="base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146125-C6D8-2C7E-0E01-D1E602E71A41}"/>
              </a:ext>
            </a:extLst>
          </p:cNvPr>
          <p:cNvSpPr txBox="1"/>
          <p:nvPr userDrawn="1"/>
        </p:nvSpPr>
        <p:spPr>
          <a:xfrm>
            <a:off x="1012380" y="6198905"/>
            <a:ext cx="5212966" cy="2590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algn="l" rtl="0" fontAlgn="base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lang="en-US" sz="800" b="0">
                <a:solidFill>
                  <a:schemeClr val="tx2"/>
                </a:solidFill>
                <a:latin typeface="Amalia Medium" pitchFamily="34" charset="0"/>
                <a:ea typeface="+mn-ea"/>
                <a:cs typeface="+mn-cs"/>
              </a:rPr>
              <a:t>Confidential and proprietary</a:t>
            </a:r>
          </a:p>
          <a:p>
            <a:pPr lvl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Any use of this material without specific permission of Raiffeisen Bank International is strictly prohibited.</a:t>
            </a:r>
            <a:endParaRPr lang="en-GB" sz="800" b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D4A2A417-5851-81E6-BC8E-C129E8BD1414}"/>
              </a:ext>
            </a:extLst>
          </p:cNvPr>
          <p:cNvSpPr/>
          <p:nvPr userDrawn="1"/>
        </p:nvSpPr>
        <p:spPr>
          <a:xfrm>
            <a:off x="835702" y="1370722"/>
            <a:ext cx="2881080" cy="4116430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F62EC227-A0BE-7C4E-FBE8-667EEFEB3CD8}"/>
              </a:ext>
            </a:extLst>
          </p:cNvPr>
          <p:cNvSpPr/>
          <p:nvPr userDrawn="1"/>
        </p:nvSpPr>
        <p:spPr>
          <a:xfrm flipH="1">
            <a:off x="9193931" y="4079723"/>
            <a:ext cx="1092451" cy="1560868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4" name="Picture 13" descr="BlackLogo.png">
            <a:extLst>
              <a:ext uri="{FF2B5EF4-FFF2-40B4-BE49-F238E27FC236}">
                <a16:creationId xmlns:a16="http://schemas.microsoft.com/office/drawing/2014/main" id="{B26DA2B8-458B-41BF-992F-AE37EE63B6C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36947" y="261442"/>
            <a:ext cx="1326781" cy="33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2432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for Corporate/Business 03"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F51BAB57-8BF4-AA84-1CFF-AAB82903B9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6563" y="6382122"/>
            <a:ext cx="4292872" cy="175754"/>
          </a:xfrm>
        </p:spPr>
        <p:txBody>
          <a:bodyPr/>
          <a:lstStyle>
            <a:lvl1pPr>
              <a:defRPr sz="1000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C4BA412-3625-3C01-1C48-B20B0A69E5AD}"/>
              </a:ext>
            </a:extLst>
          </p:cNvPr>
          <p:cNvSpPr/>
          <p:nvPr userDrawn="1"/>
        </p:nvSpPr>
        <p:spPr>
          <a:xfrm>
            <a:off x="9121923" y="3573810"/>
            <a:ext cx="1884539" cy="2692584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2D81DB9E-BB98-E4CA-DB59-EC846E62D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207" y="2131348"/>
            <a:ext cx="5599881" cy="400110"/>
          </a:xfrm>
        </p:spPr>
        <p:txBody>
          <a:bodyPr/>
          <a:lstStyle/>
          <a:p>
            <a:r>
              <a:rPr lang="en-US"/>
              <a:t>Section divider heading</a:t>
            </a:r>
            <a:endParaRPr lang="en-AT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E63839F-55C3-7668-9E56-4C05CD19F7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4207" y="2637706"/>
            <a:ext cx="5599881" cy="421013"/>
          </a:xfrm>
        </p:spPr>
        <p:txBody>
          <a:bodyPr/>
          <a:lstStyle/>
          <a:p>
            <a:r>
              <a:rPr lang="en-US" sz="2600"/>
              <a:t>Secondary heading</a:t>
            </a:r>
            <a:endParaRPr lang="en-GB" sz="2600"/>
          </a:p>
          <a:p>
            <a:endParaRPr lang="en-AT"/>
          </a:p>
        </p:txBody>
      </p:sp>
      <p:pic>
        <p:nvPicPr>
          <p:cNvPr id="14" name="Picture 13" descr="BlackLogo.png">
            <a:extLst>
              <a:ext uri="{FF2B5EF4-FFF2-40B4-BE49-F238E27FC236}">
                <a16:creationId xmlns:a16="http://schemas.microsoft.com/office/drawing/2014/main" id="{66177DF5-2F0A-8F0E-7292-EF4BDDB47C7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36947" y="261442"/>
            <a:ext cx="1326781" cy="33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9433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for Corporate/Business 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5" descr="A person and person sitting at a table looking at a paper&#10;&#10;Description automatically generated with low confidence">
            <a:extLst>
              <a:ext uri="{FF2B5EF4-FFF2-40B4-BE49-F238E27FC236}">
                <a16:creationId xmlns:a16="http://schemas.microsoft.com/office/drawing/2014/main" id="{87CB11A7-3F02-03D0-D387-B7CF55381F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77" r="10" b="8977"/>
          <a:stretch/>
        </p:blipFill>
        <p:spPr bwMode="auto">
          <a:xfrm>
            <a:off x="2630153" y="-7960"/>
            <a:ext cx="12193906" cy="6861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C4CD280E-3064-C1B5-AE9C-14151F00951C}"/>
              </a:ext>
            </a:extLst>
          </p:cNvPr>
          <p:cNvSpPr/>
          <p:nvPr userDrawn="1"/>
        </p:nvSpPr>
        <p:spPr>
          <a:xfrm>
            <a:off x="0" y="-14180"/>
            <a:ext cx="5997764" cy="6875508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7764" h="6861328">
                <a:moveTo>
                  <a:pt x="0" y="6859588"/>
                </a:moveTo>
                <a:lnTo>
                  <a:pt x="5575577" y="6861328"/>
                </a:lnTo>
                <a:lnTo>
                  <a:pt x="5887032" y="6547210"/>
                </a:lnTo>
                <a:cubicBezTo>
                  <a:pt x="5953972" y="6480608"/>
                  <a:pt x="5993452" y="6394128"/>
                  <a:pt x="5993513" y="6344898"/>
                </a:cubicBezTo>
                <a:cubicBezTo>
                  <a:pt x="5991738" y="6046753"/>
                  <a:pt x="5997764" y="298145"/>
                  <a:pt x="5995989" y="0"/>
                </a:cubicBezTo>
                <a:lnTo>
                  <a:pt x="1" y="0"/>
                </a:lnTo>
                <a:cubicBezTo>
                  <a:pt x="1" y="2286529"/>
                  <a:pt x="0" y="4573059"/>
                  <a:pt x="0" y="6859588"/>
                </a:cubicBezTo>
                <a:close/>
              </a:path>
            </a:pathLst>
          </a:custGeom>
          <a:solidFill>
            <a:srgbClr val="225B4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8A157507-8991-F774-215D-40CAEFB6F95C}"/>
              </a:ext>
            </a:extLst>
          </p:cNvPr>
          <p:cNvSpPr/>
          <p:nvPr userDrawn="1"/>
        </p:nvSpPr>
        <p:spPr>
          <a:xfrm>
            <a:off x="0" y="-7960"/>
            <a:ext cx="5260306" cy="6875508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737458 w 5997764"/>
              <a:gd name="connsiteY5" fmla="*/ 0 h 6861328"/>
              <a:gd name="connsiteX6" fmla="*/ 0 w 5997764"/>
              <a:gd name="connsiteY6" fmla="*/ 6859588 h 6861328"/>
              <a:gd name="connsiteX0" fmla="*/ 0 w 5260306"/>
              <a:gd name="connsiteY0" fmla="*/ 6859588 h 6861328"/>
              <a:gd name="connsiteX1" fmla="*/ 4838119 w 5260306"/>
              <a:gd name="connsiteY1" fmla="*/ 6861328 h 6861328"/>
              <a:gd name="connsiteX2" fmla="*/ 5149574 w 5260306"/>
              <a:gd name="connsiteY2" fmla="*/ 6547210 h 6861328"/>
              <a:gd name="connsiteX3" fmla="*/ 5256055 w 5260306"/>
              <a:gd name="connsiteY3" fmla="*/ 6344898 h 6861328"/>
              <a:gd name="connsiteX4" fmla="*/ 5258531 w 5260306"/>
              <a:gd name="connsiteY4" fmla="*/ 0 h 6861328"/>
              <a:gd name="connsiteX5" fmla="*/ 0 w 5260306"/>
              <a:gd name="connsiteY5" fmla="*/ 0 h 6861328"/>
              <a:gd name="connsiteX6" fmla="*/ 0 w 5260306"/>
              <a:gd name="connsiteY6" fmla="*/ 6859588 h 686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0306" h="6861328">
                <a:moveTo>
                  <a:pt x="0" y="6859588"/>
                </a:moveTo>
                <a:lnTo>
                  <a:pt x="4838119" y="6861328"/>
                </a:lnTo>
                <a:lnTo>
                  <a:pt x="5149574" y="6547210"/>
                </a:lnTo>
                <a:cubicBezTo>
                  <a:pt x="5216514" y="6480608"/>
                  <a:pt x="5255994" y="6394128"/>
                  <a:pt x="5256055" y="6344898"/>
                </a:cubicBezTo>
                <a:cubicBezTo>
                  <a:pt x="5254280" y="6046753"/>
                  <a:pt x="5260306" y="298145"/>
                  <a:pt x="5258531" y="0"/>
                </a:cubicBezTo>
                <a:lnTo>
                  <a:pt x="0" y="0"/>
                </a:lnTo>
                <a:lnTo>
                  <a:pt x="0" y="6859588"/>
                </a:lnTo>
                <a:close/>
              </a:path>
            </a:pathLst>
          </a:custGeom>
          <a:solidFill>
            <a:schemeClr val="bg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C47439B-5BA6-1A7D-63FE-E9CFA5914718}"/>
              </a:ext>
            </a:extLst>
          </p:cNvPr>
          <p:cNvSpPr/>
          <p:nvPr userDrawn="1"/>
        </p:nvSpPr>
        <p:spPr>
          <a:xfrm>
            <a:off x="10758248" y="4982389"/>
            <a:ext cx="1009356" cy="1442147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reeform 18">
            <a:extLst>
              <a:ext uri="{FF2B5EF4-FFF2-40B4-BE49-F238E27FC236}">
                <a16:creationId xmlns:a16="http://schemas.microsoft.com/office/drawing/2014/main" id="{E48BC1CF-DD19-A336-B926-2790917DCEC7}"/>
              </a:ext>
            </a:extLst>
          </p:cNvPr>
          <p:cNvSpPr/>
          <p:nvPr userDrawn="1"/>
        </p:nvSpPr>
        <p:spPr>
          <a:xfrm>
            <a:off x="10758248" y="4982389"/>
            <a:ext cx="1009356" cy="1442147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ußzeilenplatzhalter 9">
            <a:extLst>
              <a:ext uri="{FF2B5EF4-FFF2-40B4-BE49-F238E27FC236}">
                <a16:creationId xmlns:a16="http://schemas.microsoft.com/office/drawing/2014/main" id="{B24A3281-441B-B5BC-1DDA-7CE59F262B8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36550" y="6276658"/>
            <a:ext cx="4114800" cy="365125"/>
          </a:xfrm>
        </p:spPr>
        <p:txBody>
          <a:bodyPr/>
          <a:lstStyle>
            <a:lvl1pPr>
              <a:defRPr b="0" i="0">
                <a:latin typeface="Amalia" panose="020B0504020203020204" pitchFamily="34" charset="77"/>
              </a:defRPr>
            </a:lvl1pPr>
          </a:lstStyle>
          <a:p>
            <a:r>
              <a:rPr lang="de-DE"/>
              <a:t>Presentation title here (+change for all slides!)</a:t>
            </a:r>
          </a:p>
        </p:txBody>
      </p:sp>
      <p:pic>
        <p:nvPicPr>
          <p:cNvPr id="17" name="Picture 16" descr="Logo&#10;&#10;Description automatically generated with medium confidence">
            <a:extLst>
              <a:ext uri="{FF2B5EF4-FFF2-40B4-BE49-F238E27FC236}">
                <a16:creationId xmlns:a16="http://schemas.microsoft.com/office/drawing/2014/main" id="{B22C722B-5467-FAE0-7838-1F223C5C26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31" y="117426"/>
            <a:ext cx="1656184" cy="613215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B010CE09-F772-E8D5-90C0-81F374138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948" y="2664129"/>
            <a:ext cx="3672408" cy="800219"/>
          </a:xfrm>
        </p:spPr>
        <p:txBody>
          <a:bodyPr/>
          <a:lstStyle/>
          <a:p>
            <a:r>
              <a:rPr lang="en-US"/>
              <a:t>Section divider heading</a:t>
            </a:r>
            <a:endParaRPr lang="en-GB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478311D7-8C3C-FF56-D93E-468C34F936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6948" y="3573810"/>
            <a:ext cx="3672408" cy="226729"/>
          </a:xfrm>
        </p:spPr>
        <p:txBody>
          <a:bodyPr/>
          <a:lstStyle/>
          <a:p>
            <a:r>
              <a:rPr lang="en-US" sz="1400"/>
              <a:t>Secondary heading</a:t>
            </a:r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4023445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text with banner_RHE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B580CD-5D6C-6445-344C-1161B9FD8A95}"/>
              </a:ext>
            </a:extLst>
          </p:cNvPr>
          <p:cNvSpPr/>
          <p:nvPr userDrawn="1"/>
        </p:nvSpPr>
        <p:spPr>
          <a:xfrm>
            <a:off x="10475798" y="149335"/>
            <a:ext cx="1537644" cy="4593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Freeform 12"/>
          <p:cNvSpPr/>
          <p:nvPr userDrawn="1"/>
        </p:nvSpPr>
        <p:spPr>
          <a:xfrm rot="16200000">
            <a:off x="2671487" y="-2671482"/>
            <a:ext cx="6864241" cy="1220720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sz="1798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109">
            <a:extLst>
              <a:ext uri="{FF2B5EF4-FFF2-40B4-BE49-F238E27FC236}">
                <a16:creationId xmlns:a16="http://schemas.microsoft.com/office/drawing/2014/main" id="{494782E4-17B8-06A6-9E3E-12CBE12D302B}"/>
              </a:ext>
            </a:extLst>
          </p:cNvPr>
          <p:cNvSpPr txBox="1">
            <a:spLocks/>
          </p:cNvSpPr>
          <p:nvPr userDrawn="1"/>
        </p:nvSpPr>
        <p:spPr>
          <a:xfrm>
            <a:off x="11426179" y="6454130"/>
            <a:ext cx="260424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1400">
                <a:solidFill>
                  <a:srgbClr val="FF0000"/>
                </a:solidFill>
                <a:latin typeface="+mn-lt"/>
              </a:defRPr>
            </a:lvl1pPr>
          </a:lstStyle>
          <a:p>
            <a:pPr marL="0" marR="0" lvl="0" indent="0" algn="r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8A8675-40C0-40D2-8FCE-EA4A25F48F18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12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32A395ED-0449-05FA-83A9-A0D83E4EF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872" y="270111"/>
            <a:ext cx="11315701" cy="307849"/>
          </a:xfrm>
        </p:spPr>
        <p:txBody>
          <a:bodyPr/>
          <a:lstStyle/>
          <a:p>
            <a:endParaRPr lang="en-GB"/>
          </a:p>
        </p:txBody>
      </p:sp>
      <p:pic>
        <p:nvPicPr>
          <p:cNvPr id="2" name="Picture 1" descr="Logo  Description automatically generated with medium confidence">
            <a:extLst>
              <a:ext uri="{FF2B5EF4-FFF2-40B4-BE49-F238E27FC236}">
                <a16:creationId xmlns:a16="http://schemas.microsoft.com/office/drawing/2014/main" id="{4A86E9AE-4F13-A834-D062-E9B29C06CE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924" y="117429"/>
            <a:ext cx="1656185" cy="613215"/>
          </a:xfrm>
          <a:prstGeom prst="rect">
            <a:avLst/>
          </a:pr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C2F6293-93D6-1294-6900-99CC7F7A1F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4308185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Relationship Id="rId3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37428" y="440047"/>
            <a:ext cx="11315701" cy="307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cs-CZ"/>
              <a:t>Kliknutím lze upravit styl.</a:t>
            </a: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6563" y="2108471"/>
            <a:ext cx="11322050" cy="3254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 - First level of bullet point – 14pt</a:t>
            </a:r>
          </a:p>
          <a:p>
            <a:pPr lvl="2"/>
            <a:r>
              <a:rPr lang="en-GB"/>
              <a:t>Third level - Second level of bullet point – 12pt</a:t>
            </a:r>
          </a:p>
          <a:p>
            <a:pPr lvl="3"/>
            <a:r>
              <a:rPr lang="en-GB"/>
              <a:t>Fourth level - Third level of bullet point – 10pt</a:t>
            </a:r>
          </a:p>
          <a:p>
            <a:pPr lvl="4"/>
            <a:r>
              <a:rPr lang="en-GB"/>
              <a:t>Fifth level - hyperlinks Fifth level </a:t>
            </a:r>
          </a:p>
        </p:txBody>
      </p:sp>
      <p:grpSp>
        <p:nvGrpSpPr>
          <p:cNvPr id="112" name="Group 111"/>
          <p:cNvGrpSpPr/>
          <p:nvPr userDrawn="1"/>
        </p:nvGrpSpPr>
        <p:grpSpPr>
          <a:xfrm>
            <a:off x="441059" y="-543299"/>
            <a:ext cx="11311203" cy="356341"/>
            <a:chOff x="441059" y="-543299"/>
            <a:chExt cx="11311203" cy="356341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67FE574-C472-944C-85AC-16E1F8CAA9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41059" y="-543299"/>
              <a:ext cx="0" cy="356341"/>
            </a:xfrm>
            <a:prstGeom prst="line">
              <a:avLst/>
            </a:prstGeom>
            <a:ln w="25400">
              <a:solidFill>
                <a:srgbClr val="FA19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F782C39-0D18-B245-BF70-C282B0A1417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138973" y="-543299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2A735312-2F3D-D74E-BD47-F2D0EC3819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83267" y="-543299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4412662-E083-6247-AD63-E3E205B5C45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071938" y="-543299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1D7E54F-EC9E-F047-80D5-1494B1F7DDE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97363" y="-543299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8224BF4-720A-E842-B806-0D733B149B4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95988" y="-543299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F57B71B-7262-C943-8F0E-926200A1BB0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99188" y="-543299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4CAC6C4-8DFB-2740-97F7-90FF0FCEA42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988300" y="-543299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C789A6A-CFFC-9242-ABA8-9EEF1F7FF3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185150" y="-543299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6F9C895-C70D-684C-BE55-F2F63606D6D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918275" y="-543299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5CF3D0A-4D9E-7645-BAD2-235D94D6248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062569" y="-543299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59C4FB6-F336-8D4E-A9F8-6C92DC15E26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52262" y="-543299"/>
              <a:ext cx="0" cy="356341"/>
            </a:xfrm>
            <a:prstGeom prst="line">
              <a:avLst/>
            </a:prstGeom>
            <a:ln w="25400">
              <a:solidFill>
                <a:srgbClr val="FA19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DDA5BD5D-C36F-B84B-AF5A-E637C8AF11F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8381" y="-543299"/>
              <a:ext cx="0" cy="356341"/>
            </a:xfrm>
            <a:prstGeom prst="line">
              <a:avLst/>
            </a:prstGeom>
            <a:ln w="254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Group 114"/>
          <p:cNvGrpSpPr/>
          <p:nvPr userDrawn="1"/>
        </p:nvGrpSpPr>
        <p:grpSpPr>
          <a:xfrm>
            <a:off x="441059" y="7039657"/>
            <a:ext cx="11311203" cy="356341"/>
            <a:chOff x="441059" y="7039657"/>
            <a:chExt cx="11311203" cy="356341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1AE2D35-DB98-4C40-BAD2-670315C3F82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41059" y="7039657"/>
              <a:ext cx="0" cy="356341"/>
            </a:xfrm>
            <a:prstGeom prst="line">
              <a:avLst/>
            </a:prstGeom>
            <a:ln w="25400">
              <a:solidFill>
                <a:srgbClr val="FA19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D7F2538-274A-9842-95A0-73C36996A15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138973" y="7039657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0E42852-FA1F-B04C-9371-8E93272E245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83267" y="7039657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5756C35-AD97-A447-9FC0-F0FA4FA7EC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071938" y="7039657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8223EF5-4818-B642-9A60-D1E9F13A8F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97363" y="7039657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8B21F70-6ECA-9449-A970-BBEDE88C007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95988" y="7039657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9C30193-7F02-F445-8AE2-CA517F7CDD0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99188" y="7039657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8844B5B-0AA8-6D4D-9E46-AA378D9DE7B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977592" y="7039657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85DAB4E-4C9B-2C46-9AC1-D2C31C3905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185150" y="7039657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5450B0D-FE75-DB46-ACD6-992428ACC1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918275" y="7039657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DCC32F0D-1C5F-2E48-A45C-8250B0BD2A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062569" y="7039657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CC3CC1E-4EF3-D64A-AF8C-3006FAF4E55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52262" y="7039657"/>
              <a:ext cx="0" cy="356341"/>
            </a:xfrm>
            <a:prstGeom prst="line">
              <a:avLst/>
            </a:prstGeom>
            <a:ln w="25400">
              <a:solidFill>
                <a:srgbClr val="FA19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D1DCB8A8-F42F-C54E-9B1C-4AF120BB070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02150" y="7039657"/>
              <a:ext cx="0" cy="356341"/>
            </a:xfrm>
            <a:prstGeom prst="line">
              <a:avLst/>
            </a:prstGeom>
            <a:ln w="254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Group 112"/>
          <p:cNvGrpSpPr/>
          <p:nvPr userDrawn="1"/>
        </p:nvGrpSpPr>
        <p:grpSpPr>
          <a:xfrm>
            <a:off x="-543750" y="456372"/>
            <a:ext cx="363498" cy="5872728"/>
            <a:chOff x="-543750" y="456372"/>
            <a:chExt cx="363498" cy="5872728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97DB925-E068-B045-8E44-D5DE3798F681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540755" y="6329100"/>
              <a:ext cx="360503" cy="0"/>
            </a:xfrm>
            <a:prstGeom prst="line">
              <a:avLst/>
            </a:prstGeom>
            <a:ln w="25400">
              <a:solidFill>
                <a:srgbClr val="FA19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374D9A4-0BA8-C848-8BED-29B43927983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540755" y="3430130"/>
              <a:ext cx="360503" cy="0"/>
            </a:xfrm>
            <a:prstGeom prst="line">
              <a:avLst/>
            </a:prstGeom>
            <a:ln w="254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6B21299-A197-964A-A5F0-8365B33BB0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540755" y="456372"/>
              <a:ext cx="360503" cy="0"/>
            </a:xfrm>
            <a:prstGeom prst="line">
              <a:avLst/>
            </a:prstGeom>
            <a:ln w="25400">
              <a:solidFill>
                <a:srgbClr val="FA19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41FFB26-7469-4843-89A4-1A9D7F3D68E9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-543750" y="2108471"/>
              <a:ext cx="363498" cy="162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37F69AA-9375-2649-8B31-D47A2DC52D9A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-543750" y="1345690"/>
              <a:ext cx="363498" cy="162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3833C03-B7AE-9F4B-BAB4-65062ACA308F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-543750" y="5372066"/>
              <a:ext cx="363498" cy="162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BCAA520-1BFE-314A-9F42-E25402CEA82A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-543750" y="5372066"/>
              <a:ext cx="363498" cy="162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Group 113"/>
          <p:cNvGrpSpPr/>
          <p:nvPr userDrawn="1"/>
        </p:nvGrpSpPr>
        <p:grpSpPr>
          <a:xfrm>
            <a:off x="12377808" y="456372"/>
            <a:ext cx="363498" cy="5872728"/>
            <a:chOff x="12377808" y="456372"/>
            <a:chExt cx="363498" cy="587272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531F7EB-FA81-1F45-88A3-D55ED11542C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80803" y="6329100"/>
              <a:ext cx="360503" cy="0"/>
            </a:xfrm>
            <a:prstGeom prst="line">
              <a:avLst/>
            </a:prstGeom>
            <a:ln w="25400">
              <a:solidFill>
                <a:srgbClr val="FA19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F804969-F8D9-6640-8DB2-088B8BC2B81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80803" y="3430130"/>
              <a:ext cx="360503" cy="0"/>
            </a:xfrm>
            <a:prstGeom prst="line">
              <a:avLst/>
            </a:prstGeom>
            <a:ln w="254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A80D99E-0F5E-8A41-AD4A-4232D229E5E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380803" y="456372"/>
              <a:ext cx="360503" cy="0"/>
            </a:xfrm>
            <a:prstGeom prst="line">
              <a:avLst/>
            </a:prstGeom>
            <a:ln w="25400">
              <a:solidFill>
                <a:srgbClr val="FA19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F08334E-1AC5-D745-88BE-802F0DADA8F6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12377808" y="2108471"/>
              <a:ext cx="363498" cy="162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CB356B9-CC85-EC4C-AB51-D3E726783B92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12377808" y="1345690"/>
              <a:ext cx="363498" cy="162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B6987DB-BB68-5542-B82F-8FF3190CB40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12377808" y="5372066"/>
              <a:ext cx="363498" cy="162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B290135-1E06-99CA-C9D8-40C2C7F0F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8308" y="6357938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53482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33" r:id="rId13"/>
    <p:sldLayoutId id="2147483732" r:id="rId14"/>
    <p:sldLayoutId id="2147483734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5" r:id="rId24"/>
    <p:sldLayoutId id="2147483736" r:id="rId25"/>
    <p:sldLayoutId id="2147483737" r:id="rId26"/>
    <p:sldLayoutId id="2147483738" r:id="rId27"/>
    <p:sldLayoutId id="2147483739" r:id="rId28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 b="1" cap="none" baseline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5pPr>
      <a:lvl6pPr marL="544388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6pPr>
      <a:lvl7pPr marL="1088776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7pPr>
      <a:lvl8pPr marL="1633164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8pPr>
      <a:lvl9pPr marL="2177552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9pPr>
    </p:titleStyle>
    <p:bodyStyle>
      <a:lvl1pPr algn="l" rtl="0" eaLnBrk="1" fontAlgn="base" hangingPunct="1">
        <a:lnSpc>
          <a:spcPct val="125000"/>
        </a:lnSpc>
        <a:spcBef>
          <a:spcPts val="0"/>
        </a:spcBef>
        <a:spcAft>
          <a:spcPts val="1400"/>
        </a:spcAft>
        <a:defRPr sz="1400" b="0">
          <a:solidFill>
            <a:schemeClr val="tx2"/>
          </a:solidFill>
          <a:latin typeface="+mn-lt"/>
          <a:ea typeface="+mn-ea"/>
          <a:cs typeface="+mn-cs"/>
        </a:defRPr>
      </a:lvl1pPr>
      <a:lvl2pPr marL="180000" indent="-180000" algn="l" rtl="0" eaLnBrk="1" fontAlgn="base" hangingPunct="1">
        <a:lnSpc>
          <a:spcPct val="125000"/>
        </a:lnSpc>
        <a:spcBef>
          <a:spcPts val="700"/>
        </a:spcBef>
        <a:spcAft>
          <a:spcPct val="0"/>
        </a:spcAft>
        <a:buClr>
          <a:schemeClr val="accent2"/>
        </a:buClr>
        <a:buFontTx/>
        <a:buBlip>
          <a:blip r:embed="rId30"/>
        </a:buBlip>
        <a:defRPr sz="1400" b="0">
          <a:solidFill>
            <a:schemeClr val="tx2"/>
          </a:solidFill>
          <a:latin typeface="+mn-lt"/>
        </a:defRPr>
      </a:lvl2pPr>
      <a:lvl3pPr marL="360363" indent="-173038" algn="l" rtl="0" eaLnBrk="1" fontAlgn="base" hangingPunct="1">
        <a:lnSpc>
          <a:spcPct val="125000"/>
        </a:lnSpc>
        <a:spcBef>
          <a:spcPts val="200"/>
        </a:spcBef>
        <a:spcAft>
          <a:spcPct val="0"/>
        </a:spcAft>
        <a:buClrTx/>
        <a:buFont typeface="Amalia" pitchFamily="34" charset="0"/>
        <a:buChar char="•"/>
        <a:tabLst/>
        <a:defRPr sz="1200">
          <a:solidFill>
            <a:schemeClr val="tx2"/>
          </a:solidFill>
          <a:latin typeface="+mn-lt"/>
        </a:defRPr>
      </a:lvl3pPr>
      <a:lvl4pPr marL="532800" indent="-179388" algn="l" rtl="0" eaLnBrk="1" fontAlgn="base" hangingPunct="1">
        <a:lnSpc>
          <a:spcPct val="125000"/>
        </a:lnSpc>
        <a:spcBef>
          <a:spcPts val="540"/>
        </a:spcBef>
        <a:spcAft>
          <a:spcPct val="0"/>
        </a:spcAft>
        <a:buClrTx/>
        <a:buFont typeface="Nokia Pure Headline Light" pitchFamily="34" charset="0"/>
        <a:buChar char="–"/>
        <a:tabLst/>
        <a:defRPr sz="1000">
          <a:solidFill>
            <a:schemeClr val="tx2"/>
          </a:solidFill>
          <a:latin typeface="+mn-lt"/>
        </a:defRPr>
      </a:lvl4pPr>
      <a:lvl5pPr marL="0" indent="0" algn="l" rtl="0" eaLnBrk="1" fontAlgn="base" hangingPunct="1">
        <a:lnSpc>
          <a:spcPct val="125000"/>
        </a:lnSpc>
        <a:spcBef>
          <a:spcPts val="2000"/>
        </a:spcBef>
        <a:spcAft>
          <a:spcPct val="0"/>
        </a:spcAft>
        <a:buFont typeface="Calibri" panose="020F0502020204030204" pitchFamily="34" charset="0"/>
        <a:buNone/>
        <a:tabLst/>
        <a:defRPr sz="1200" b="0" u="sng" baseline="0">
          <a:solidFill>
            <a:srgbClr val="64C5C9"/>
          </a:solidFill>
          <a:latin typeface="+mn-lt"/>
        </a:defRPr>
      </a:lvl5pPr>
      <a:lvl6pPr marL="0" indent="0" algn="l" rtl="0" eaLnBrk="1" fontAlgn="base" hangingPunct="1">
        <a:spcBef>
          <a:spcPts val="2858"/>
        </a:spcBef>
        <a:spcAft>
          <a:spcPct val="0"/>
        </a:spcAft>
        <a:buFont typeface="Arial" charset="0"/>
        <a:buNone/>
        <a:defRPr sz="1400">
          <a:solidFill>
            <a:srgbClr val="FF0000"/>
          </a:solidFill>
          <a:latin typeface="+mn-lt"/>
        </a:defRPr>
      </a:lvl6pPr>
      <a:lvl7pPr marL="2687916" indent="-12475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300">
          <a:solidFill>
            <a:schemeClr val="tx1"/>
          </a:solidFill>
          <a:latin typeface="+mn-lt"/>
        </a:defRPr>
      </a:lvl7pPr>
      <a:lvl8pPr marL="3232304" indent="-12475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300">
          <a:solidFill>
            <a:schemeClr val="tx1"/>
          </a:solidFill>
          <a:latin typeface="+mn-lt"/>
        </a:defRPr>
      </a:lvl8pPr>
      <a:lvl9pPr marL="3776692" indent="-12475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3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388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776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3164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552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940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6328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0716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5104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8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8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8.png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8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8.png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8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8.pn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2839" y="2562162"/>
            <a:ext cx="6236876" cy="1329595"/>
          </a:xfrm>
        </p:spPr>
        <p:txBody>
          <a:bodyPr/>
          <a:lstStyle/>
          <a:p>
            <a:r>
              <a:rPr b="0" lang="cs-CZ"/>
              <a:t>Datové produkty</a:t>
            </a:r>
            <a:br>
              <a:rPr lang="cs-CZ" b="0"/>
            </a:br>
            <a:r>
              <a:rPr lang="cs-CZ"/>
              <a:t>Jeden příběh. Od potřeby po produkci.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cs-CZ"/>
              <a:t>Data Management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ev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0000"/>
            <a:ext cx="3780000" cy="522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720000"/>
            <a:ext cx="3393000" cy="52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Minule jsme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pojmenovali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B8860B"/>
                </a:solidFill>
                <a:latin typeface="Amalia"/>
              </a:rPr>
              <a:t>pět strachů</a:t>
            </a:r>
            <a:r>
              <a:rPr sz="3200" b="1" lang="cs-CZ">
                <a:solidFill>
                  <a:srgbClr val="333333"/>
                </a:solidFill>
                <a:latin typeface="Amalia"/>
              </a:rPr>
              <a:t>.</a:t>
            </a:r>
          </a:p>
          <a:p>
            <a:pPr algn="ctr">
              <a:spcAft>
                <a:spcPts val="1200"/>
              </a:spcAft>
            </a:pP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Dnes </a:t>
            </a:r>
            <a:r>
              <a:rPr sz="3200" b="1" lang="cs-CZ">
                <a:solidFill>
                  <a:srgbClr val="B8860B"/>
                </a:solidFill>
                <a:latin typeface="Amalia"/>
              </a:rPr>
              <a:t>jeden příběh</a:t>
            </a:r>
            <a:r>
              <a:rPr sz="3200" b="1" lang="cs-CZ">
                <a:solidFill>
                  <a:srgbClr val="333333"/>
                </a:solidFill>
                <a:latin typeface="Amalia"/>
              </a:rPr>
              <a:t>.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Který na každý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B8860B"/>
                </a:solidFill>
                <a:latin typeface="Amalia"/>
              </a:rPr>
              <a:t>odpoví</a:t>
            </a:r>
            <a:r>
              <a:rPr sz="3200" b="1" lang="cs-CZ">
                <a:solidFill>
                  <a:srgbClr val="333333"/>
                </a:solidFill>
                <a:latin typeface="Amalia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0" y="2052000"/>
            <a:ext cx="7200000" cy="2556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3200" b="0" i="0" lang="cs-CZ">
                <a:solidFill>
                  <a:srgbClr val="333333"/>
                </a:solidFill>
                <a:latin typeface="Amalia"/>
              </a:rPr>
              <a:t>1.  Rozdělíme to a nedáme dohromady</a:t>
            </a:r>
          </a:p>
          <a:p>
            <a:pPr algn="l"/>
            <a:r>
              <a:rPr sz="3200" b="0" i="0" lang="cs-CZ">
                <a:solidFill>
                  <a:srgbClr val="333333"/>
                </a:solidFill>
                <a:latin typeface="Amalia"/>
              </a:rPr>
              <a:t>2.  Nikdo nebude zodpovědný</a:t>
            </a:r>
          </a:p>
          <a:p>
            <a:pPr algn="l"/>
            <a:r>
              <a:rPr sz="3200" b="0" i="0" lang="cs-CZ">
                <a:solidFill>
                  <a:srgbClr val="333333"/>
                </a:solidFill>
                <a:latin typeface="Amalia"/>
              </a:rPr>
              <a:t>3.  Bude chaos</a:t>
            </a:r>
          </a:p>
          <a:p>
            <a:pPr algn="l"/>
            <a:r>
              <a:rPr sz="3200" b="0" i="0" lang="cs-CZ">
                <a:solidFill>
                  <a:srgbClr val="333333"/>
                </a:solidFill>
                <a:latin typeface="Amalia"/>
              </a:rPr>
              <a:t>4.  Nemáme na to lidi</a:t>
            </a:r>
          </a:p>
          <a:p>
            <a:pPr algn="l"/>
            <a:r>
              <a:rPr sz="3200" b="0" i="0" lang="cs-CZ">
                <a:solidFill>
                  <a:srgbClr val="333333"/>
                </a:solidFill>
                <a:latin typeface="Amalia"/>
              </a:rPr>
              <a:t>5.  Data nejsou včas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ev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0000"/>
            <a:ext cx="3780000" cy="522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720000"/>
            <a:ext cx="3393000" cy="52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B8860B"/>
                </a:solidFill>
                <a:latin typeface="Amalia"/>
              </a:rPr>
              <a:t>Marek Podrabský</a:t>
            </a:r>
            <a:r>
              <a:rPr sz="3200" b="1" lang="cs-CZ">
                <a:solidFill>
                  <a:srgbClr val="333333"/>
                </a:solidFill>
                <a:latin typeface="Amalia"/>
              </a:rPr>
              <a:t>,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šéf Investment tribu.</a:t>
            </a:r>
          </a:p>
          <a:p>
            <a:pPr algn="ctr">
              <a:spcAft>
                <a:spcPts val="1200"/>
              </a:spcAft>
            </a:pP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Potřeboval data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pro kampaně.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0" y="792000"/>
            <a:ext cx="7200000" cy="54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0" i="0" lang="cs-CZ">
                <a:solidFill>
                  <a:srgbClr val="666666"/>
                </a:solidFill>
                <a:latin typeface="Amalia"/>
              </a:rPr>
              <a:t>Měl dvě možnosti: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0000" y="1620000"/>
            <a:ext cx="3060000" cy="198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 lang="cs-CZ">
                <a:solidFill>
                  <a:srgbClr val="999999"/>
                </a:solidFill>
                <a:latin typeface="Amalia"/>
              </a:rPr>
              <a:t>✗
DWH fronta
→ měsíce čekání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40000" y="1620000"/>
            <a:ext cx="3060000" cy="19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lang="cs-CZ">
                <a:solidFill>
                  <a:srgbClr val="333333"/>
                </a:solidFill>
                <a:latin typeface="Amalia"/>
              </a:rPr>
              <a:t>✓
Zkusit to
jinak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0" y="4140000"/>
            <a:ext cx="7200000" cy="144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200" b="0" lang="cs-CZ">
                <a:solidFill>
                  <a:srgbClr val="333333"/>
                </a:solidFill>
                <a:latin typeface="Amalia"/>
              </a:rPr>
              <a:t>Dnes má </a:t>
            </a:r>
            <a:r>
              <a:rPr sz="2200" b="1" lang="cs-CZ">
                <a:solidFill>
                  <a:srgbClr val="B8860B"/>
                </a:solidFill>
                <a:latin typeface="Amalia"/>
              </a:rPr>
              <a:t>13 datových produktů</a:t>
            </a:r>
            <a:r>
              <a:rPr sz="2200" b="0" lang="cs-CZ">
                <a:solidFill>
                  <a:srgbClr val="333333"/>
                </a:solidFill>
                <a:latin typeface="Amalia"/>
              </a:rPr>
              <a:t>, </a:t>
            </a:r>
            <a:r>
              <a:rPr sz="2200" b="1" lang="cs-CZ">
                <a:solidFill>
                  <a:srgbClr val="B8860B"/>
                </a:solidFill>
                <a:latin typeface="Amalia"/>
              </a:rPr>
              <a:t>5 v produkci</a:t>
            </a:r>
            <a:r>
              <a:rPr sz="2200" b="0" lang="cs-CZ">
                <a:solidFill>
                  <a:srgbClr val="333333"/>
                </a:solidFill>
                <a:latin typeface="Amalia"/>
              </a:rPr>
              <a:t>.</a:t>
            </a:r>
          </a:p>
          <a:p>
            <a:pPr algn="l">
              <a:spcAft>
                <a:spcPts val="1200"/>
              </a:spcAft>
            </a:pPr>
          </a:p>
          <a:p>
            <a:pPr algn="l"/>
            <a:r>
              <a:rPr sz="2200" b="0" lang="cs-CZ">
                <a:solidFill>
                  <a:srgbClr val="333333"/>
                </a:solidFill>
                <a:latin typeface="Amalia"/>
              </a:rPr>
              <a:t>Tohle je ten příběh.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lang="cs-CZ"/>
              <a:t>Od obrázku k architektuře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cs-CZ"/>
              <a:t>Kapitola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ev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0000"/>
            <a:ext cx="3780000" cy="522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720000"/>
            <a:ext cx="3393000" cy="52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B8860B"/>
                </a:solidFill>
                <a:latin typeface="Amalia"/>
              </a:rPr>
              <a:t>Soňa</a:t>
            </a:r>
            <a:r>
              <a:rPr sz="3200" b="1" lang="cs-CZ">
                <a:solidFill>
                  <a:srgbClr val="333333"/>
                </a:solidFill>
                <a:latin typeface="Amalia"/>
              </a:rPr>
              <a:t>, datová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architektka,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začala u papíru.</a:t>
            </a:r>
          </a:p>
          <a:p>
            <a:pPr algn="ctr">
              <a:spcAft>
                <a:spcPts val="1200"/>
              </a:spcAft>
            </a:pP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Strukturovaný obraz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byznysu </a:t>
            </a:r>
            <a:r>
              <a:rPr sz="3200" b="1" lang="cs-CZ">
                <a:solidFill>
                  <a:srgbClr val="B8860B"/>
                </a:solidFill>
                <a:latin typeface="Amalia"/>
              </a:rPr>
              <a:t>na jednu A4</a:t>
            </a:r>
            <a:r>
              <a:rPr sz="3200" b="1" lang="cs-CZ">
                <a:solidFill>
                  <a:srgbClr val="333333"/>
                </a:solidFill>
                <a:latin typeface="Amalia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0" y="720000"/>
            <a:ext cx="7200000" cy="5220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74000" y="774000"/>
            <a:ext cx="7092000" cy="511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kb-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000" y="882000"/>
            <a:ext cx="6876000" cy="489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kb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844" y="625668"/>
            <a:ext cx="10097912" cy="522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ev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0000"/>
            <a:ext cx="3780000" cy="522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720000"/>
            <a:ext cx="3393000" cy="52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Z toho obrázku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B8860B"/>
                </a:solidFill>
                <a:latin typeface="Amalia"/>
              </a:rPr>
              <a:t>automaticky</a:t>
            </a:r>
            <a:r>
              <a:rPr sz="3200" b="1" lang="cs-CZ">
                <a:solidFill>
                  <a:srgbClr val="333333"/>
                </a:solidFill>
                <a:latin typeface="Amalia"/>
              </a:rPr>
              <a:t> vypadly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B8860B"/>
                </a:solidFill>
                <a:latin typeface="Amalia"/>
              </a:rPr>
              <a:t>3 produkty</a:t>
            </a:r>
            <a:r>
              <a:rPr sz="3200" b="1" lang="cs-CZ">
                <a:solidFill>
                  <a:srgbClr val="333333"/>
                </a:solidFill>
                <a:latin typeface="Amalia"/>
              </a:rPr>
              <a:t>.</a:t>
            </a:r>
          </a:p>
          <a:p>
            <a:pPr algn="ctr">
              <a:spcAft>
                <a:spcPts val="1200"/>
              </a:spcAft>
            </a:pP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Vlastník: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B8860B"/>
                </a:solidFill>
                <a:latin typeface="Amalia"/>
              </a:rPr>
              <a:t>Karel Černý</a:t>
            </a:r>
            <a:r>
              <a:rPr sz="3200" b="1" lang="cs-CZ">
                <a:solidFill>
                  <a:srgbClr val="333333"/>
                </a:solidFill>
                <a:latin typeface="Amalia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0" y="1251000"/>
            <a:ext cx="4680000" cy="1260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74000" y="1305000"/>
            <a:ext cx="457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ndidates-marke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000" y="1413000"/>
            <a:ext cx="4356000" cy="93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80000" y="1251000"/>
            <a:ext cx="2340000" cy="126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800" b="0" i="0" lang="cs-CZ">
                <a:solidFill>
                  <a:srgbClr val="666666"/>
                </a:solidFill>
                <a:latin typeface="Amalia"/>
              </a:rPr>
              <a:t>1. Marketing Campaign</a:t>
            </a:r>
          </a:p>
          <a:p>
            <a:pPr algn="l"/>
            <a:r>
              <a:rPr sz="1800" b="0" i="0" lang="cs-CZ">
                <a:solidFill>
                  <a:srgbClr val="666666"/>
                </a:solidFill>
                <a:latin typeface="Amalia"/>
              </a:rPr>
              <a:t>Candidates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0" y="2799000"/>
            <a:ext cx="4680000" cy="1260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4000" y="2853000"/>
            <a:ext cx="457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ndidates-agree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2000" y="2961000"/>
            <a:ext cx="4356000" cy="93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80000" y="2799000"/>
            <a:ext cx="2340000" cy="126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800" b="0" i="0" lang="cs-CZ">
                <a:solidFill>
                  <a:srgbClr val="666666"/>
                </a:solidFill>
                <a:latin typeface="Amalia"/>
              </a:rPr>
              <a:t>2. Investment</a:t>
            </a:r>
          </a:p>
          <a:p>
            <a:pPr algn="l"/>
            <a:r>
              <a:rPr sz="1800" b="0" i="0" lang="cs-CZ">
                <a:solidFill>
                  <a:srgbClr val="666666"/>
                </a:solidFill>
                <a:latin typeface="Amalia"/>
              </a:rPr>
              <a:t>Agreement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0" y="4347000"/>
            <a:ext cx="4680000" cy="1260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4000" y="4401000"/>
            <a:ext cx="457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andidates-exposi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2000" y="4509000"/>
            <a:ext cx="4356000" cy="936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80000" y="4347000"/>
            <a:ext cx="2340000" cy="126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800" b="0" i="0" lang="cs-CZ">
                <a:solidFill>
                  <a:srgbClr val="666666"/>
                </a:solidFill>
                <a:latin typeface="Amalia"/>
              </a:rPr>
              <a:t>3. Investment Customer</a:t>
            </a:r>
          </a:p>
          <a:p>
            <a:pPr algn="l"/>
            <a:r>
              <a:rPr sz="1800" b="0" i="0" lang="cs-CZ">
                <a:solidFill>
                  <a:srgbClr val="666666"/>
                </a:solidFill>
                <a:latin typeface="Amalia"/>
              </a:rPr>
              <a:t>Exposition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ndidates-marke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865" y="625668"/>
            <a:ext cx="10193870" cy="522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ndidates-agre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846" y="625668"/>
            <a:ext cx="10529908" cy="522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ndidates-ex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546" y="625668"/>
            <a:ext cx="10346507" cy="522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ev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0000"/>
            <a:ext cx="3780000" cy="522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720000"/>
            <a:ext cx="3393000" cy="52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AI přečetla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B8860B"/>
                </a:solidFill>
                <a:latin typeface="Amalia"/>
              </a:rPr>
              <a:t>ten samý obrázek</a:t>
            </a:r>
            <a:r>
              <a:rPr sz="3200" b="1" lang="cs-CZ">
                <a:solidFill>
                  <a:srgbClr val="333333"/>
                </a:solidFill>
                <a:latin typeface="Amalia"/>
              </a:rPr>
              <a:t>.</a:t>
            </a:r>
          </a:p>
          <a:p>
            <a:pPr algn="ctr">
              <a:spcAft>
                <a:spcPts val="1200"/>
              </a:spcAft>
            </a:pP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B8860B"/>
                </a:solidFill>
                <a:latin typeface="Amalia"/>
              </a:rPr>
              <a:t>Za minutu</a:t>
            </a:r>
            <a:r>
              <a:rPr sz="3200" b="1" lang="cs-CZ">
                <a:solidFill>
                  <a:srgbClr val="333333"/>
                </a:solidFill>
                <a:latin typeface="Amalia"/>
              </a:rPr>
              <a:t> dokumentace,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kterou by analytik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psal </a:t>
            </a:r>
            <a:r>
              <a:rPr sz="3200" b="1" lang="cs-CZ">
                <a:solidFill>
                  <a:srgbClr val="B8860B"/>
                </a:solidFill>
                <a:latin typeface="Amalia"/>
              </a:rPr>
              <a:t>týden</a:t>
            </a:r>
            <a:r>
              <a:rPr sz="3200" b="1" lang="cs-CZ">
                <a:solidFill>
                  <a:srgbClr val="333333"/>
                </a:solidFill>
                <a:latin typeface="Amalia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0" y="6012000"/>
            <a:ext cx="7200000" cy="288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i="0" lang="cs-CZ">
                <a:solidFill>
                  <a:srgbClr val="999999"/>
                </a:solidFill>
                <a:latin typeface="Amalia"/>
              </a:rPr>
              <a:t>* Interní AI — data neopouštějí banku.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0" y="720000"/>
            <a:ext cx="7200000" cy="5220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74000" y="774000"/>
            <a:ext cx="7092000" cy="511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i-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000" y="882000"/>
            <a:ext cx="6876000" cy="489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ev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0000"/>
            <a:ext cx="3780000" cy="522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720000"/>
            <a:ext cx="3393000" cy="52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Jak z </a:t>
            </a:r>
            <a:r>
              <a:rPr sz="3200" b="1" lang="cs-CZ">
                <a:solidFill>
                  <a:srgbClr val="B8860B"/>
                </a:solidFill>
                <a:latin typeface="Amalia"/>
              </a:rPr>
              <a:t>obrázku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vznikne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B8860B"/>
                </a:solidFill>
                <a:latin typeface="Amalia"/>
              </a:rPr>
              <a:t>architektura</a:t>
            </a:r>
            <a:r>
              <a:rPr sz="3200" b="1" lang="cs-CZ">
                <a:solidFill>
                  <a:srgbClr val="333333"/>
                </a:solidFill>
                <a:latin typeface="Amalia"/>
              </a:rPr>
              <a:t>?</a:t>
            </a:r>
          </a:p>
          <a:p>
            <a:pPr algn="ctr">
              <a:spcAft>
                <a:spcPts val="1200"/>
              </a:spcAft>
            </a:pP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Automatický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B8860B"/>
                </a:solidFill>
                <a:latin typeface="Amalia"/>
              </a:rPr>
              <a:t>pipeline</a:t>
            </a:r>
            <a:r>
              <a:rPr sz="3200" b="1" lang="cs-CZ">
                <a:solidFill>
                  <a:srgbClr val="333333"/>
                </a:solidFill>
                <a:latin typeface="Amalia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20000" y="1359000"/>
            <a:ext cx="1368000" cy="900000"/>
          </a:xfrm>
          <a:prstGeom prst="roundRect">
            <a:avLst/>
          </a:prstGeom>
          <a:solidFill>
            <a:srgbClr val="FFE600"/>
          </a:solidFill>
          <a:ln w="19050"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lang="cs-CZ">
                <a:solidFill>
                  <a:srgbClr val="333333"/>
                </a:solidFill>
                <a:latin typeface="Amalia"/>
              </a:rPr>
              <a:t>BKB
DPC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724000" y="1665000"/>
            <a:ext cx="360000" cy="288000"/>
          </a:xfrm>
          <a:prstGeom prst="rightArrow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0000" y="1359000"/>
            <a:ext cx="1368000" cy="90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lang="cs-CZ">
                <a:solidFill>
                  <a:srgbClr val="333333"/>
                </a:solidFill>
                <a:latin typeface="Amalia"/>
              </a:rPr>
              <a:t>CST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524000" y="1665000"/>
            <a:ext cx="360000" cy="288000"/>
          </a:xfrm>
          <a:prstGeom prst="rightArrow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20000" y="1359000"/>
            <a:ext cx="1368000" cy="90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lang="cs-CZ">
                <a:solidFill>
                  <a:srgbClr val="333333"/>
                </a:solidFill>
                <a:latin typeface="Amalia"/>
              </a:rPr>
              <a:t>Domain
Forge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9324000" y="1665000"/>
            <a:ext cx="360000" cy="288000"/>
          </a:xfrm>
          <a:prstGeom prst="rightArrow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720000" y="1359000"/>
            <a:ext cx="1368000" cy="90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lang="cs-CZ">
                <a:solidFill>
                  <a:srgbClr val="333333"/>
                </a:solidFill>
                <a:latin typeface="Amalia"/>
              </a:rPr>
              <a:t>Ontology
Lift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0" y="2295000"/>
            <a:ext cx="1368000" cy="54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400" b="0" i="0" lang="cs-CZ">
                <a:solidFill>
                  <a:srgbClr val="666666"/>
                </a:solidFill>
                <a:latin typeface="Amalia"/>
              </a:rPr>
              <a:t>obrázek</a:t>
            </a:r>
          </a:p>
          <a:p>
            <a:pPr algn="ctr"/>
            <a:r>
              <a:rPr sz="1400" b="0" i="0" lang="cs-CZ">
                <a:solidFill>
                  <a:srgbClr val="666666"/>
                </a:solidFill>
                <a:latin typeface="Amalia"/>
              </a:rPr>
              <a:t>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0000" y="2295000"/>
            <a:ext cx="1368000" cy="54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400" b="0" i="0" lang="cs-CZ">
                <a:solidFill>
                  <a:srgbClr val="666666"/>
                </a:solidFill>
                <a:latin typeface="Amalia"/>
              </a:rPr>
              <a:t>textový</a:t>
            </a:r>
          </a:p>
          <a:p>
            <a:pPr algn="ctr"/>
            <a:r>
              <a:rPr sz="1400" b="0" i="0" lang="cs-CZ">
                <a:solidFill>
                  <a:srgbClr val="666666"/>
                </a:solidFill>
                <a:latin typeface="Amalia"/>
              </a:rPr>
              <a:t>přepis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0" y="2295000"/>
            <a:ext cx="1368000" cy="54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400" b="0" i="0" lang="cs-CZ">
                <a:solidFill>
                  <a:srgbClr val="666666"/>
                </a:solidFill>
                <a:latin typeface="Amalia"/>
              </a:rPr>
              <a:t>konsolidace</a:t>
            </a:r>
          </a:p>
          <a:p>
            <a:pPr algn="ctr"/>
            <a:r>
              <a:rPr sz="1400" b="0" i="0" lang="cs-CZ">
                <a:solidFill>
                  <a:srgbClr val="666666"/>
                </a:solidFill>
                <a:latin typeface="Amalia"/>
              </a:rPr>
              <a:t>deduplikace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20000" y="2295000"/>
            <a:ext cx="1368000" cy="54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400" b="0" i="0" lang="cs-CZ">
                <a:solidFill>
                  <a:srgbClr val="666666"/>
                </a:solidFill>
                <a:latin typeface="Amalia"/>
              </a:rPr>
              <a:t>FIBO</a:t>
            </a:r>
          </a:p>
          <a:p>
            <a:pPr algn="ctr"/>
            <a:r>
              <a:rPr sz="1400" b="0" i="0" lang="cs-CZ">
                <a:solidFill>
                  <a:srgbClr val="666666"/>
                </a:solidFill>
                <a:latin typeface="Amalia"/>
              </a:rPr>
              <a:t>mapování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0260000" y="2979000"/>
            <a:ext cx="288000" cy="432000"/>
          </a:xfrm>
          <a:prstGeom prst="downArrow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40000" y="3411000"/>
            <a:ext cx="1728000" cy="900000"/>
          </a:xfrm>
          <a:prstGeom prst="roundRect">
            <a:avLst/>
          </a:prstGeom>
          <a:solidFill>
            <a:srgbClr val="FFE600"/>
          </a:solidFill>
          <a:ln w="19050"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lang="cs-CZ">
                <a:solidFill>
                  <a:srgbClr val="333333"/>
                </a:solidFill>
                <a:latin typeface="Amalia"/>
              </a:rPr>
              <a:t>BKB
Explorer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0" y="4599000"/>
            <a:ext cx="7200000" cy="9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200" b="0" lang="cs-CZ">
                <a:solidFill>
                  <a:srgbClr val="333333"/>
                </a:solidFill>
                <a:latin typeface="Amalia"/>
              </a:rPr>
              <a:t>Celý pipeline běží </a:t>
            </a:r>
            <a:r>
              <a:rPr sz="2200" b="1" lang="cs-CZ">
                <a:solidFill>
                  <a:srgbClr val="B8860B"/>
                </a:solidFill>
                <a:latin typeface="Amalia"/>
              </a:rPr>
              <a:t>automaticky</a:t>
            </a:r>
            <a:r>
              <a:rPr sz="2200" b="0" lang="cs-CZ">
                <a:solidFill>
                  <a:srgbClr val="333333"/>
                </a:solidFill>
                <a:latin typeface="Amalia"/>
              </a:rPr>
              <a:t>.</a:t>
            </a:r>
          </a:p>
          <a:p>
            <a:pPr algn="l"/>
            <a:r>
              <a:rPr sz="2200" b="0" lang="cs-CZ">
                <a:solidFill>
                  <a:srgbClr val="333333"/>
                </a:solidFill>
                <a:latin typeface="Amalia"/>
              </a:rPr>
              <a:t>Žádný ruční přepis do Excelu.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lang="cs-CZ"/>
              <a:t>Od kanvasu ke smlouvě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cs-CZ"/>
              <a:t>Kapitola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ev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0000"/>
            <a:ext cx="3780000" cy="522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720000"/>
            <a:ext cx="3393000" cy="52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Pro každý produkt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vznikl </a:t>
            </a:r>
            <a:r>
              <a:rPr sz="3200" b="1" lang="cs-CZ">
                <a:solidFill>
                  <a:srgbClr val="B8860B"/>
                </a:solidFill>
                <a:latin typeface="Amalia"/>
              </a:rPr>
              <a:t>Canvas</a:t>
            </a:r>
            <a:r>
              <a:rPr sz="3200" b="1" lang="cs-CZ">
                <a:solidFill>
                  <a:srgbClr val="333333"/>
                </a:solidFill>
                <a:latin typeface="Amalia"/>
              </a:rPr>
              <a:t>.</a:t>
            </a:r>
          </a:p>
          <a:p>
            <a:pPr algn="ctr">
              <a:spcAft>
                <a:spcPts val="1200"/>
              </a:spcAft>
            </a:pP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Všechno na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B8860B"/>
                </a:solidFill>
                <a:latin typeface="Amalia"/>
              </a:rPr>
              <a:t>jedné stránce</a:t>
            </a:r>
            <a:r>
              <a:rPr sz="3200" b="1" lang="cs-CZ">
                <a:solidFill>
                  <a:srgbClr val="333333"/>
                </a:solidFill>
                <a:latin typeface="Amalia"/>
              </a:rPr>
              <a:t>: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zdroje, atributy,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kvalita, frekvence,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relační model.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0" y="720000"/>
            <a:ext cx="7200000" cy="5220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74000" y="774000"/>
            <a:ext cx="7092000" cy="511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nvas-marke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000" y="882000"/>
            <a:ext cx="6876000" cy="4896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nvas-marke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135" y="625668"/>
            <a:ext cx="6963330" cy="522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nvas-agre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641" y="625668"/>
            <a:ext cx="6878318" cy="522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nvas-ex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987" y="625668"/>
            <a:ext cx="6409626" cy="522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ev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0000"/>
            <a:ext cx="3780000" cy="522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720000"/>
            <a:ext cx="3393000" cy="52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Pro všechny produkty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vznikl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B8860B"/>
                </a:solidFill>
                <a:latin typeface="Amalia"/>
              </a:rPr>
              <a:t>společný jazyk</a:t>
            </a:r>
            <a:r>
              <a:rPr sz="3200" b="1" lang="cs-CZ">
                <a:solidFill>
                  <a:srgbClr val="333333"/>
                </a:solidFill>
                <a:latin typeface="Amalia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0" y="1203208"/>
            <a:ext cx="7200000" cy="3708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74000" y="1257208"/>
            <a:ext cx="7092000" cy="3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loss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000" y="1365208"/>
            <a:ext cx="6876000" cy="3384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ev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0000"/>
            <a:ext cx="3780000" cy="522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720000"/>
            <a:ext cx="3393000" cy="52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B8860B"/>
                </a:solidFill>
                <a:latin typeface="Amalia"/>
              </a:rPr>
              <a:t>Společný jazyk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funguje, protože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pracujeme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s </a:t>
            </a:r>
            <a:r>
              <a:rPr sz="3200" b="1" lang="cs-CZ">
                <a:solidFill>
                  <a:srgbClr val="B8860B"/>
                </a:solidFill>
                <a:latin typeface="Amalia"/>
              </a:rPr>
              <a:t>doménami</a:t>
            </a:r>
            <a:r>
              <a:rPr sz="3200" b="1" lang="cs-CZ">
                <a:solidFill>
                  <a:srgbClr val="333333"/>
                </a:solidFill>
                <a:latin typeface="Amalia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0" y="1519480"/>
            <a:ext cx="7200000" cy="288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0" i="0" lang="cs-CZ">
                <a:solidFill>
                  <a:srgbClr val="333333"/>
                </a:solidFill>
                <a:latin typeface="Consolas"/>
              </a:rPr>
              <a:t>FIBO (mezinárodní standard)</a:t>
            </a:r>
          </a:p>
          <a:p>
            <a:pPr algn="l"/>
            <a:r>
              <a:rPr sz="2200" b="0" i="0" lang="cs-CZ">
                <a:solidFill>
                  <a:srgbClr val="333333"/>
                </a:solidFill>
                <a:latin typeface="Consolas"/>
              </a:rPr>
              <a:t>└── RBCZ klient (celá banka)</a:t>
            </a:r>
          </a:p>
          <a:p>
            <a:pPr algn="l"/>
            <a:r>
              <a:rPr sz="2200" b="0" i="0" lang="cs-CZ">
                <a:solidFill>
                  <a:srgbClr val="333333"/>
                </a:solidFill>
                <a:latin typeface="Consolas"/>
              </a:rPr>
              <a:t>    ├── MIB klient</a:t>
            </a:r>
          </a:p>
          <a:p>
            <a:pPr algn="l"/>
            <a:r>
              <a:rPr sz="2200" b="0" i="0" lang="cs-CZ">
                <a:solidFill>
                  <a:srgbClr val="333333"/>
                </a:solidFill>
                <a:latin typeface="Consolas"/>
              </a:rPr>
              <a:t>    │   └── Investment klient</a:t>
            </a:r>
          </a:p>
          <a:p>
            <a:pPr algn="l"/>
            <a:r>
              <a:rPr sz="2200" b="0" i="0" lang="cs-CZ">
                <a:solidFill>
                  <a:srgbClr val="333333"/>
                </a:solidFill>
                <a:latin typeface="Consolas"/>
              </a:rPr>
              <a:t>    │       └── Marketing Campaign Candidate</a:t>
            </a:r>
          </a:p>
          <a:p>
            <a:pPr algn="l"/>
            <a:r>
              <a:rPr sz="2200" b="0" i="0" lang="cs-CZ">
                <a:solidFill>
                  <a:srgbClr val="333333"/>
                </a:solidFill>
                <a:latin typeface="Consolas"/>
              </a:rPr>
              <a:t>    └── Retail klient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ev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0000"/>
            <a:ext cx="3780000" cy="522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720000"/>
            <a:ext cx="3393000" cy="52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Z kanvasu vznikl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B8860B"/>
                </a:solidFill>
                <a:latin typeface="Amalia"/>
              </a:rPr>
              <a:t>Data Contract</a:t>
            </a:r>
            <a:r>
              <a:rPr sz="3200" b="1" lang="cs-CZ">
                <a:solidFill>
                  <a:srgbClr val="333333"/>
                </a:solidFill>
                <a:latin typeface="Amalia"/>
              </a:rPr>
              <a:t>.</a:t>
            </a:r>
          </a:p>
          <a:p>
            <a:pPr algn="ctr">
              <a:spcAft>
                <a:spcPts val="1200"/>
              </a:spcAft>
            </a:pP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Smlouva mezi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B8860B"/>
                </a:solidFill>
                <a:latin typeface="Amalia"/>
              </a:rPr>
              <a:t>producentem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a </a:t>
            </a:r>
            <a:r>
              <a:rPr sz="3200" b="1" lang="cs-CZ">
                <a:solidFill>
                  <a:srgbClr val="B8860B"/>
                </a:solidFill>
                <a:latin typeface="Amalia"/>
              </a:rPr>
              <a:t>konzumentem</a:t>
            </a:r>
            <a:r>
              <a:rPr sz="3200" b="1" lang="cs-CZ">
                <a:solidFill>
                  <a:srgbClr val="333333"/>
                </a:solidFill>
                <a:latin typeface="Amalia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0" y="720000"/>
            <a:ext cx="7200000" cy="5220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74000" y="774000"/>
            <a:ext cx="7092000" cy="511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tract-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000" y="882000"/>
            <a:ext cx="6876000" cy="4896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ev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0000"/>
            <a:ext cx="3780000" cy="522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720000"/>
            <a:ext cx="3393000" cy="52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Konzument najde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produkt, přečte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kontrakt, připojí se.</a:t>
            </a:r>
          </a:p>
          <a:p>
            <a:pPr algn="ctr">
              <a:spcAft>
                <a:spcPts val="1200"/>
              </a:spcAft>
            </a:pP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Za </a:t>
            </a:r>
            <a:r>
              <a:rPr sz="3200" b="1" lang="cs-CZ">
                <a:solidFill>
                  <a:srgbClr val="B8860B"/>
                </a:solidFill>
                <a:latin typeface="Amalia"/>
              </a:rPr>
              <a:t>5 minut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má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0" y="720000"/>
            <a:ext cx="7200000" cy="5220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74000" y="774000"/>
            <a:ext cx="7092000" cy="511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tract-dp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000" y="882000"/>
            <a:ext cx="6876000" cy="4896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ev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0000"/>
            <a:ext cx="3780000" cy="522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720000"/>
            <a:ext cx="3393000" cy="52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Jenže kdo hlídá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B8860B"/>
                </a:solidFill>
                <a:latin typeface="Amalia"/>
              </a:rPr>
              <a:t>pravidla</a:t>
            </a:r>
            <a:r>
              <a:rPr sz="3200" b="1" lang="cs-CZ">
                <a:solidFill>
                  <a:srgbClr val="333333"/>
                </a:solidFill>
                <a:latin typeface="Amalia"/>
              </a:rPr>
              <a:t>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40000" y="1519480"/>
            <a:ext cx="5760000" cy="28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0" y="1519480"/>
            <a:ext cx="5040000" cy="288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3200" b="1" lang="cs-CZ">
                <a:solidFill>
                  <a:srgbClr val="B8860B"/>
                </a:solidFill>
                <a:latin typeface="Amalia"/>
              </a:rPr>
              <a:t>Data Contract</a:t>
            </a:r>
            <a:r>
              <a:rPr sz="3200" b="1" lang="cs-CZ">
                <a:solidFill>
                  <a:srgbClr val="333333"/>
                </a:solidFill>
                <a:latin typeface="Amalia"/>
              </a:rPr>
              <a:t> = governance.</a:t>
            </a:r>
          </a:p>
          <a:p>
            <a:pPr algn="l">
              <a:spcAft>
                <a:spcPts val="1200"/>
              </a:spcAft>
            </a:pPr>
          </a:p>
          <a:p>
            <a:pPr algn="l"/>
            <a:r>
              <a:rPr sz="3200" b="1" lang="cs-CZ">
                <a:solidFill>
                  <a:srgbClr val="333333"/>
                </a:solidFill>
                <a:latin typeface="Amalia"/>
              </a:rPr>
              <a:t>Ne proces.</a:t>
            </a:r>
          </a:p>
          <a:p>
            <a:pPr algn="l"/>
            <a:r>
              <a:rPr sz="3200" b="1" lang="cs-CZ">
                <a:solidFill>
                  <a:srgbClr val="B8860B"/>
                </a:solidFill>
                <a:latin typeface="Amalia"/>
              </a:rPr>
              <a:t>Smlouva jako kód</a:t>
            </a:r>
            <a:r>
              <a:rPr sz="3200" b="1" lang="cs-CZ">
                <a:solidFill>
                  <a:srgbClr val="333333"/>
                </a:solidFill>
                <a:latin typeface="Amalia"/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lang="cs-CZ"/>
              <a:t>Od kódu k produkci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cs-CZ"/>
              <a:t>Kapitola 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ev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0000"/>
            <a:ext cx="3780000" cy="522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720000"/>
            <a:ext cx="3393000" cy="52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Data se </a:t>
            </a:r>
            <a:r>
              <a:rPr sz="3200" b="1" lang="cs-CZ">
                <a:solidFill>
                  <a:srgbClr val="B8860B"/>
                </a:solidFill>
                <a:latin typeface="Amalia"/>
              </a:rPr>
              <a:t>nemění</a:t>
            </a:r>
            <a:r>
              <a:rPr sz="3200" b="1" lang="cs-CZ">
                <a:solidFill>
                  <a:srgbClr val="333333"/>
                </a:solidFill>
                <a:latin typeface="Amalia"/>
              </a:rPr>
              <a:t>.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Historie </a:t>
            </a:r>
            <a:r>
              <a:rPr sz="3200" b="1" lang="cs-CZ">
                <a:solidFill>
                  <a:srgbClr val="B8860B"/>
                </a:solidFill>
                <a:latin typeface="Amalia"/>
              </a:rPr>
              <a:t>zůstává</a:t>
            </a:r>
            <a:r>
              <a:rPr sz="3200" b="1" lang="cs-CZ">
                <a:solidFill>
                  <a:srgbClr val="333333"/>
                </a:solidFill>
                <a:latin typeface="Amalia"/>
              </a:rPr>
              <a:t>.</a:t>
            </a:r>
          </a:p>
          <a:p>
            <a:pPr algn="ctr">
              <a:spcAft>
                <a:spcPts val="1200"/>
              </a:spcAft>
            </a:pP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Nasazeno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v </a:t>
            </a:r>
            <a:r>
              <a:rPr sz="3200" b="1" lang="cs-CZ">
                <a:solidFill>
                  <a:srgbClr val="B8860B"/>
                </a:solidFill>
                <a:latin typeface="Amalia"/>
              </a:rPr>
              <a:t>APEX</a:t>
            </a:r>
            <a:r>
              <a:rPr sz="3200" b="1" lang="cs-CZ">
                <a:solidFill>
                  <a:srgbClr val="333333"/>
                </a:solidFill>
                <a:latin typeface="Amalia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0" y="720000"/>
            <a:ext cx="7200000" cy="5220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74000" y="774000"/>
            <a:ext cx="7092000" cy="511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a-d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000" y="882000"/>
            <a:ext cx="6876000" cy="4896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ev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0000"/>
            <a:ext cx="3780000" cy="522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720000"/>
            <a:ext cx="3393000" cy="52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"Kde vezmeme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lidi?"</a:t>
            </a:r>
          </a:p>
          <a:p>
            <a:pPr algn="ctr">
              <a:spcAft>
                <a:spcPts val="1200"/>
              </a:spcAft>
            </a:pP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Neřešíš </a:t>
            </a:r>
            <a:r>
              <a:rPr sz="3200" b="1" lang="cs-CZ">
                <a:solidFill>
                  <a:srgbClr val="B8860B"/>
                </a:solidFill>
                <a:latin typeface="Amalia"/>
              </a:rPr>
              <a:t>JAK</a:t>
            </a:r>
            <a:r>
              <a:rPr sz="3200" b="1" lang="cs-CZ">
                <a:solidFill>
                  <a:srgbClr val="333333"/>
                </a:solidFill>
                <a:latin typeface="Amalia"/>
              </a:rPr>
              <a:t> —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řešíš </a:t>
            </a:r>
            <a:r>
              <a:rPr sz="3200" b="1" lang="cs-CZ">
                <a:solidFill>
                  <a:srgbClr val="B8860B"/>
                </a:solidFill>
                <a:latin typeface="Amalia"/>
              </a:rPr>
              <a:t>CO</a:t>
            </a:r>
            <a:r>
              <a:rPr sz="3200" b="1" lang="cs-CZ">
                <a:solidFill>
                  <a:srgbClr val="333333"/>
                </a:solidFill>
                <a:latin typeface="Amalia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80000" y="720000"/>
            <a:ext cx="6480000" cy="52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0" i="0" lang="cs-CZ">
                <a:solidFill>
                  <a:srgbClr val="333333"/>
                </a:solidFill>
                <a:latin typeface="Amalia"/>
              </a:rPr>
              <a:t>✓  Hotové šablony pro datové produkty</a:t>
            </a:r>
          </a:p>
          <a:p>
            <a:pPr algn="l">
              <a:spcAft>
                <a:spcPts val="800"/>
              </a:spcAft>
            </a:pPr>
          </a:p>
          <a:p>
            <a:pPr algn="l"/>
            <a:r>
              <a:rPr sz="2200" b="0" i="0" lang="cs-CZ">
                <a:solidFill>
                  <a:srgbClr val="333333"/>
                </a:solidFill>
                <a:latin typeface="Amalia"/>
              </a:rPr>
              <a:t>✓  CI/CD pipeline (GitHub Actions)</a:t>
            </a:r>
          </a:p>
          <a:p>
            <a:pPr algn="l">
              <a:spcAft>
                <a:spcPts val="800"/>
              </a:spcAft>
            </a:pPr>
          </a:p>
          <a:p>
            <a:pPr algn="l"/>
            <a:r>
              <a:rPr sz="2200" b="0" i="0" lang="cs-CZ">
                <a:solidFill>
                  <a:srgbClr val="333333"/>
                </a:solidFill>
                <a:latin typeface="Amalia"/>
              </a:rPr>
              <a:t>✓  Automatické nasazení do APEX</a:t>
            </a:r>
          </a:p>
          <a:p>
            <a:pPr algn="l">
              <a:spcAft>
                <a:spcPts val="800"/>
              </a:spcAft>
            </a:pPr>
          </a:p>
          <a:p>
            <a:pPr algn="l"/>
            <a:r>
              <a:rPr sz="2200" b="0" i="0" lang="cs-CZ">
                <a:solidFill>
                  <a:srgbClr val="333333"/>
                </a:solidFill>
                <a:latin typeface="Amalia"/>
              </a:rPr>
              <a:t>✓  Sandbox s testovacími daty za 5 min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520000" cy="7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4000" b="1" lang="cs-CZ">
                <a:solidFill>
                  <a:srgbClr val="333333"/>
                </a:solidFill>
                <a:latin typeface="Amalia"/>
              </a:rPr>
              <a:t>Decentralizované DWH nezmizí. Tři módy spolupráce.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260000"/>
            <a:ext cx="3420000" cy="72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lang="cs-CZ">
                <a:solidFill>
                  <a:srgbClr val="333333"/>
                </a:solidFill>
                <a:latin typeface="Amalia"/>
              </a:rPr>
              <a:t>DWH Managed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980000"/>
            <a:ext cx="3420000" cy="25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lang="cs-CZ">
                <a:solidFill>
                  <a:srgbClr val="666666"/>
                </a:solidFill>
                <a:latin typeface="Amalia"/>
              </a:rPr>
              <a:t>DWH vyvíjí
DWH provozuje
Regulatorní data,
cross-tribe konsol.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0000" y="1260000"/>
            <a:ext cx="3420000" cy="72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lang="cs-CZ">
                <a:solidFill>
                  <a:srgbClr val="333333"/>
                </a:solidFill>
                <a:latin typeface="Amalia"/>
              </a:rPr>
              <a:t>DWH Cooperation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0" y="1980000"/>
            <a:ext cx="3420000" cy="25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lang="cs-CZ">
                <a:solidFill>
                  <a:srgbClr val="666666"/>
                </a:solidFill>
                <a:latin typeface="Amalia"/>
              </a:rPr>
              <a:t>Společně vyvíjí
Tribe provozuje
Částečné IT
kapacity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0000" y="1260000"/>
            <a:ext cx="3420000" cy="720000"/>
          </a:xfrm>
          <a:prstGeom prst="roundRect">
            <a:avLst/>
          </a:prstGeom>
          <a:solidFill>
            <a:srgbClr val="FFE600"/>
          </a:solidFill>
          <a:ln w="19050"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lang="cs-CZ">
                <a:solidFill>
                  <a:srgbClr val="333333"/>
                </a:solidFill>
                <a:latin typeface="Amalia"/>
              </a:rPr>
              <a:t>Tribe Managed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20000" y="1980000"/>
            <a:ext cx="3420000" cy="25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lang="cs-CZ">
                <a:solidFill>
                  <a:srgbClr val="666666"/>
                </a:solidFill>
                <a:latin typeface="Amalia"/>
              </a:rPr>
              <a:t>Tribe vyvíjí
Tribe provozuje
Full stack
tribe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4680000"/>
            <a:ext cx="10440000" cy="43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800" b="0" i="0" lang="cs-CZ">
                <a:solidFill>
                  <a:srgbClr val="666666"/>
                </a:solidFill>
                <a:latin typeface="Amalia"/>
              </a:rPr>
              <a:t>◄── více DWH zapojení                                              více autonomie ──►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5220000"/>
            <a:ext cx="10440000" cy="72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200" b="0" lang="cs-CZ">
                <a:solidFill>
                  <a:srgbClr val="333333"/>
                </a:solidFill>
                <a:latin typeface="Amalia"/>
              </a:rPr>
              <a:t>Markův příběh = </a:t>
            </a:r>
            <a:r>
              <a:rPr sz="2200" b="1" lang="cs-CZ">
                <a:solidFill>
                  <a:srgbClr val="B8860B"/>
                </a:solidFill>
                <a:latin typeface="Amalia"/>
              </a:rPr>
              <a:t>Tribe Managed</a:t>
            </a:r>
            <a:r>
              <a:rPr sz="2200" b="0" lang="cs-CZ">
                <a:solidFill>
                  <a:srgbClr val="333333"/>
                </a:solidFill>
                <a:latin typeface="Amalia"/>
              </a:rPr>
              <a:t>. Ale ne každý tribe je takový.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ev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0000"/>
            <a:ext cx="3780000" cy="522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720000"/>
            <a:ext cx="3393000" cy="52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Kolik to stojí?</a:t>
            </a:r>
          </a:p>
          <a:p>
            <a:pPr algn="ctr">
              <a:spcAft>
                <a:spcPts val="1200"/>
              </a:spcAft>
            </a:pP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Žádné </a:t>
            </a:r>
            <a:r>
              <a:rPr sz="3200" b="1" lang="cs-CZ">
                <a:solidFill>
                  <a:srgbClr val="B8860B"/>
                </a:solidFill>
                <a:latin typeface="Amalia"/>
              </a:rPr>
              <a:t>překvapení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na konci kvartálu.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0" y="711000"/>
            <a:ext cx="7200000" cy="2196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74000" y="765000"/>
            <a:ext cx="7092000" cy="20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rvers-ap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000" y="873000"/>
            <a:ext cx="6876000" cy="18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20000" y="2979000"/>
            <a:ext cx="7200000" cy="36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800" b="0" i="0" lang="cs-CZ">
                <a:solidFill>
                  <a:srgbClr val="666666"/>
                </a:solidFill>
                <a:latin typeface="Amalia"/>
              </a:rPr>
              <a:t>APEX + Databricks Unity Catalog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0" y="3807000"/>
            <a:ext cx="3311999" cy="2340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4000" y="3861000"/>
            <a:ext cx="3203999" cy="223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nops-bdom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2000" y="3969000"/>
            <a:ext cx="2987999" cy="201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11999" y="4527000"/>
            <a:ext cx="3708001" cy="72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0" i="0" lang="cs-CZ">
                <a:solidFill>
                  <a:srgbClr val="666666"/>
                </a:solidFill>
                <a:latin typeface="Amalia"/>
              </a:rPr>
              <a:t>FinOps reporting</a:t>
            </a:r>
          </a:p>
          <a:p>
            <a:pPr algn="l"/>
            <a:r>
              <a:rPr sz="1800" b="0" i="0" lang="cs-CZ">
                <a:solidFill>
                  <a:srgbClr val="666666"/>
                </a:solidFill>
                <a:latin typeface="Amalia"/>
              </a:rPr>
              <a:t>per produkt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0" y="1450725"/>
            <a:ext cx="10080000" cy="3060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4000" y="1504725"/>
            <a:ext cx="9972000" cy="29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rvers-ap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00" y="1612725"/>
            <a:ext cx="9756000" cy="2736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0" y="694423"/>
            <a:ext cx="7163999" cy="5040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74000" y="748423"/>
            <a:ext cx="7055999" cy="493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nops-bdo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000" y="856423"/>
            <a:ext cx="6839999" cy="4716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ev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0000"/>
            <a:ext cx="3780000" cy="522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720000"/>
            <a:ext cx="3393000" cy="52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Kdo hlídá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B8860B"/>
                </a:solidFill>
                <a:latin typeface="Amalia"/>
              </a:rPr>
              <a:t>kvalitu</a:t>
            </a:r>
            <a:r>
              <a:rPr sz="3200" b="1" lang="cs-CZ">
                <a:solidFill>
                  <a:srgbClr val="333333"/>
                </a:solidFill>
                <a:latin typeface="Amalia"/>
              </a:rPr>
              <a:t>?</a:t>
            </a:r>
          </a:p>
          <a:p>
            <a:pPr algn="ctr">
              <a:spcAft>
                <a:spcPts val="1200"/>
              </a:spcAft>
            </a:pP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B8860B"/>
                </a:solidFill>
                <a:latin typeface="Amalia"/>
              </a:rPr>
              <a:t>Automatické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kontroly v pipeline.</a:t>
            </a:r>
          </a:p>
          <a:p>
            <a:pPr algn="ctr">
              <a:spcAft>
                <a:spcPts val="1200"/>
              </a:spcAft>
            </a:pP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Vlastník =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zodpovědný.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00000" y="1629000"/>
            <a:ext cx="1440000" cy="108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lang="cs-CZ">
                <a:solidFill>
                  <a:srgbClr val="333333"/>
                </a:solidFill>
                <a:latin typeface="Amalia"/>
              </a:rPr>
              <a:t>Data
source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976000" y="2061000"/>
            <a:ext cx="288000" cy="216000"/>
          </a:xfrm>
          <a:prstGeom prst="rightArrow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0000" y="1629000"/>
            <a:ext cx="1440000" cy="1080000"/>
          </a:xfrm>
          <a:prstGeom prst="roundRect">
            <a:avLst/>
          </a:prstGeom>
          <a:solidFill>
            <a:srgbClr val="FFE600"/>
          </a:solidFill>
          <a:ln w="19050"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lang="cs-CZ">
                <a:solidFill>
                  <a:srgbClr val="333333"/>
                </a:solidFill>
                <a:latin typeface="Amalia"/>
              </a:rPr>
              <a:t>DQ
checks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776000" y="2061000"/>
            <a:ext cx="288000" cy="216000"/>
          </a:xfrm>
          <a:prstGeom prst="rightArrow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00000" y="1629000"/>
            <a:ext cx="1440000" cy="108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lang="cs-CZ">
                <a:solidFill>
                  <a:srgbClr val="333333"/>
                </a:solidFill>
                <a:latin typeface="Amalia"/>
              </a:rPr>
              <a:t>Build
DP</a:t>
            </a:r>
          </a:p>
        </p:txBody>
      </p:sp>
      <p:sp>
        <p:nvSpPr>
          <p:cNvPr id="9" name="Right Arrow 8"/>
          <p:cNvSpPr/>
          <p:nvPr/>
        </p:nvSpPr>
        <p:spPr>
          <a:xfrm>
            <a:off x="9576000" y="2061000"/>
            <a:ext cx="288000" cy="216000"/>
          </a:xfrm>
          <a:prstGeom prst="rightArrow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900000" y="1629000"/>
            <a:ext cx="1440000" cy="108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lang="cs-CZ">
                <a:solidFill>
                  <a:srgbClr val="333333"/>
                </a:solidFill>
                <a:latin typeface="Amalia"/>
              </a:rPr>
              <a:t>Publish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876000" y="2817000"/>
            <a:ext cx="288000" cy="432000"/>
          </a:xfrm>
          <a:prstGeom prst="downArrow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20000" y="3357000"/>
            <a:ext cx="2880000" cy="54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600" b="1" i="0" lang="cs-CZ">
                <a:solidFill>
                  <a:srgbClr val="CC0000"/>
                </a:solidFill>
                <a:latin typeface="Amalia"/>
              </a:rPr>
              <a:t>❌ Fail = stop</a:t>
            </a:r>
          </a:p>
          <a:p>
            <a:pPr algn="ctr"/>
            <a:r>
              <a:rPr sz="1600" b="1" i="0" lang="cs-CZ">
                <a:solidFill>
                  <a:srgbClr val="CC0000"/>
                </a:solidFill>
                <a:latin typeface="Amalia"/>
              </a:rPr>
              <a:t>Vlastník notifikován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0" y="4509000"/>
            <a:ext cx="7200000" cy="108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200" b="0" lang="cs-CZ">
                <a:solidFill>
                  <a:srgbClr val="333333"/>
                </a:solidFill>
                <a:latin typeface="Amalia"/>
              </a:rPr>
              <a:t>Karel Černý — jeho jméno v kontraktu.</a:t>
            </a:r>
          </a:p>
          <a:p>
            <a:pPr algn="l"/>
            <a:r>
              <a:rPr sz="2200" b="1" lang="cs-CZ">
                <a:solidFill>
                  <a:srgbClr val="B8860B"/>
                </a:solidFill>
                <a:latin typeface="Amalia"/>
              </a:rPr>
              <a:t>Vlastník</a:t>
            </a:r>
            <a:r>
              <a:rPr sz="2200" b="0" lang="cs-CZ">
                <a:solidFill>
                  <a:srgbClr val="333333"/>
                </a:solidFill>
                <a:latin typeface="Amalia"/>
              </a:rPr>
              <a:t> = zodpovědný za kvalitu.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00000"/>
            <a:ext cx="12189600" cy="144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600" b="0" i="0" lang="cs-CZ">
                <a:solidFill>
                  <a:srgbClr val="333333"/>
                </a:solidFill>
                <a:latin typeface="Amalia"/>
              </a:rPr>
              <a:t>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00000"/>
            <a:ext cx="12189600" cy="108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5200" b="1" i="0" lang="cs-CZ">
                <a:solidFill>
                  <a:srgbClr val="333333"/>
                </a:solidFill>
                <a:latin typeface="Amalia"/>
              </a:rPr>
              <a:t>5 MINUT PAUZA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040000"/>
            <a:ext cx="12189600" cy="108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800" b="0" i="0" lang="cs-CZ">
                <a:solidFill>
                  <a:srgbClr val="666666"/>
                </a:solidFill>
                <a:latin typeface="Amalia"/>
              </a:rPr>
              <a:t>Produkt je v produkci. Kontrakt podepsaný.</a:t>
            </a:r>
          </a:p>
          <a:p>
            <a:pPr algn="ctr"/>
            <a:r>
              <a:rPr sz="1800" b="0" i="0" lang="cs-CZ">
                <a:solidFill>
                  <a:srgbClr val="666666"/>
                </a:solidFill>
                <a:latin typeface="Amalia"/>
              </a:rPr>
              <a:t>Platforma běží.</a:t>
            </a:r>
          </a:p>
          <a:p>
            <a:pPr algn="ctr"/>
            <a:r>
              <a:rPr sz="1800" b="0" i="0" lang="cs-CZ">
                <a:solidFill>
                  <a:srgbClr val="666666"/>
                </a:solidFill>
                <a:latin typeface="Amalia"/>
              </a:rPr>
              <a:t>Po pauze: co se stane, když přijde někdo z Retailu.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lang="cs-CZ"/>
              <a:t>Střet s realitou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cs-CZ"/>
              <a:t>Kapitola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5220000"/>
            <a:ext cx="10080000" cy="72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800" b="0" i="1" lang="cs-CZ">
                <a:solidFill>
                  <a:srgbClr val="666666"/>
                </a:solidFill>
                <a:latin typeface="Amalia"/>
              </a:rPr>
              <a:t>"A pak přijde Dušan Psotný z Retailu."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ev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0000"/>
            <a:ext cx="3780000" cy="522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720000"/>
            <a:ext cx="3393000" cy="52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Dušan: "Chci </a:t>
            </a:r>
            <a:r>
              <a:rPr sz="3200" b="1" lang="cs-CZ">
                <a:solidFill>
                  <a:srgbClr val="B8860B"/>
                </a:solidFill>
                <a:latin typeface="Amalia"/>
              </a:rPr>
              <a:t>všechny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zákazníky Investic."</a:t>
            </a:r>
          </a:p>
          <a:p>
            <a:pPr algn="ctr">
              <a:spcAft>
                <a:spcPts val="1200"/>
              </a:spcAft>
            </a:pP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Dostal jen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B8860B"/>
                </a:solidFill>
                <a:latin typeface="Amalia"/>
              </a:rPr>
              <a:t>zákazníky pro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B8860B"/>
                </a:solidFill>
                <a:latin typeface="Amalia"/>
              </a:rPr>
              <a:t>marketingové kampaně</a:t>
            </a:r>
            <a:r>
              <a:rPr sz="3200" b="1" lang="cs-CZ">
                <a:solidFill>
                  <a:srgbClr val="333333"/>
                </a:solidFill>
                <a:latin typeface="Amalia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0" y="720000"/>
            <a:ext cx="7200000" cy="5220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74000" y="774000"/>
            <a:ext cx="7092000" cy="511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tract-dus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000" y="882000"/>
            <a:ext cx="6876000" cy="4896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ev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0000"/>
            <a:ext cx="3780000" cy="522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720000"/>
            <a:ext cx="3393000" cy="52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DPCC AI: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"Jaká data o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klientech Investic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B8860B"/>
                </a:solidFill>
                <a:latin typeface="Amalia"/>
              </a:rPr>
              <a:t>existují</a:t>
            </a:r>
            <a:r>
              <a:rPr sz="3200" b="1" lang="cs-CZ">
                <a:solidFill>
                  <a:srgbClr val="333333"/>
                </a:solidFill>
                <a:latin typeface="Amalia"/>
              </a:rPr>
              <a:t>?"</a:t>
            </a:r>
          </a:p>
          <a:p>
            <a:pPr algn="ctr">
              <a:spcAft>
                <a:spcPts val="1200"/>
              </a:spcAft>
            </a:pP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Odpověď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za </a:t>
            </a:r>
            <a:r>
              <a:rPr sz="3200" b="1" lang="cs-CZ">
                <a:solidFill>
                  <a:srgbClr val="B8860B"/>
                </a:solidFill>
                <a:latin typeface="Amalia"/>
              </a:rPr>
              <a:t>30 sekund</a:t>
            </a:r>
            <a:r>
              <a:rPr sz="3200" b="1" lang="cs-CZ">
                <a:solidFill>
                  <a:srgbClr val="333333"/>
                </a:solidFill>
                <a:latin typeface="Amalia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20000" y="1359000"/>
            <a:ext cx="7200000" cy="14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 lang="cs-CZ">
                <a:solidFill>
                  <a:srgbClr val="333333"/>
                </a:solidFill>
                <a:latin typeface="Amalia"/>
              </a:rPr>
              <a:t>→ Marketing Campaign Candidates (MIB/CRM)
   Scope: předvybraní pro kampaně
   Owner: Karel Černý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0000" y="3159000"/>
            <a:ext cx="7200000" cy="10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 lang="cs-CZ">
                <a:solidFill>
                  <a:srgbClr val="333333"/>
                </a:solidFill>
                <a:latin typeface="Amalia"/>
              </a:rPr>
              <a:t>⚠️ Žádný produkt "všichni klienti"
   → nový kandidát v BKB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0" y="4599000"/>
            <a:ext cx="7200000" cy="9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200" b="0" lang="cs-CZ">
                <a:solidFill>
                  <a:srgbClr val="333333"/>
                </a:solidFill>
                <a:latin typeface="Amalia"/>
              </a:rPr>
              <a:t>Bez DPCC AI: obvolávat kolegy.</a:t>
            </a:r>
          </a:p>
          <a:p>
            <a:pPr algn="l"/>
            <a:r>
              <a:rPr sz="2200" b="0" lang="cs-CZ">
                <a:solidFill>
                  <a:srgbClr val="333333"/>
                </a:solidFill>
                <a:latin typeface="Amalia"/>
              </a:rPr>
              <a:t>S DPCC AI: odpověď za </a:t>
            </a:r>
            <a:r>
              <a:rPr sz="2200" b="1" lang="cs-CZ">
                <a:solidFill>
                  <a:srgbClr val="B8860B"/>
                </a:solidFill>
                <a:latin typeface="Amalia"/>
              </a:rPr>
              <a:t>30 sekund</a:t>
            </a:r>
            <a:r>
              <a:rPr sz="2200" b="0" lang="cs-CZ">
                <a:solidFill>
                  <a:srgbClr val="333333"/>
                </a:solidFill>
                <a:latin typeface="Amalia"/>
              </a:rPr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ev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0000"/>
            <a:ext cx="3780000" cy="522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720000"/>
            <a:ext cx="3393000" cy="52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Proč jména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rozhodují.</a:t>
            </a:r>
          </a:p>
          <a:p>
            <a:pPr algn="ctr">
              <a:spcAft>
                <a:spcPts val="1200"/>
              </a:spcAft>
            </a:pP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Dušanův požadavek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= </a:t>
            </a:r>
            <a:r>
              <a:rPr sz="3200" b="1" lang="cs-CZ">
                <a:solidFill>
                  <a:srgbClr val="B8860B"/>
                </a:solidFill>
                <a:latin typeface="Amalia"/>
              </a:rPr>
              <a:t>nový kandidát</a:t>
            </a: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v BKB.</a:t>
            </a:r>
          </a:p>
          <a:p>
            <a:pPr algn="ctr">
              <a:spcAft>
                <a:spcPts val="1200"/>
              </a:spcAft>
            </a:pPr>
          </a:p>
          <a:p>
            <a:pPr algn="ctr">
              <a:spcAft>
                <a:spcPts val="800"/>
              </a:spcAft>
            </a:pPr>
            <a:r>
              <a:rPr sz="3200" b="1" lang="cs-CZ">
                <a:solidFill>
                  <a:srgbClr val="333333"/>
                </a:solidFill>
                <a:latin typeface="Amalia"/>
              </a:rPr>
              <a:t>Systém </a:t>
            </a:r>
            <a:r>
              <a:rPr sz="3200" b="1" lang="cs-CZ">
                <a:solidFill>
                  <a:srgbClr val="B8860B"/>
                </a:solidFill>
                <a:latin typeface="Amalia"/>
              </a:rPr>
              <a:t>funguje</a:t>
            </a:r>
            <a:r>
              <a:rPr sz="3200" b="1" lang="cs-CZ">
                <a:solidFill>
                  <a:srgbClr val="333333"/>
                </a:solidFill>
                <a:latin typeface="Amalia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20000" y="1269000"/>
            <a:ext cx="3420000" cy="28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 lang="cs-CZ">
                <a:solidFill>
                  <a:srgbClr val="666666"/>
                </a:solidFill>
                <a:latin typeface="Amalia"/>
              </a:rPr>
              <a:t>DP_CUSTOMER
❌ Generické
❌ Každý si myslí
    něco jiného
❌ Scope creep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00000" y="1269000"/>
            <a:ext cx="3420000" cy="28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 lang="cs-CZ">
                <a:solidFill>
                  <a:srgbClr val="333333"/>
                </a:solidFill>
                <a:latin typeface="Amalia"/>
              </a:rPr>
              <a:t>Marketing Campaign
Candidates
✓ Přesné
✓ Říká co obsahuje
✓ Říká co NEobsahuje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0" y="4509000"/>
            <a:ext cx="7200000" cy="108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200" b="1" lang="cs-CZ">
                <a:solidFill>
                  <a:srgbClr val="B8860B"/>
                </a:solidFill>
                <a:latin typeface="Amalia"/>
              </a:rPr>
              <a:t>BKB + Glossary</a:t>
            </a:r>
            <a:r>
              <a:rPr sz="2200" b="0" lang="cs-CZ">
                <a:solidFill>
                  <a:srgbClr val="333333"/>
                </a:solidFill>
                <a:latin typeface="Amalia"/>
              </a:rPr>
              <a:t> chrání scope.</a:t>
            </a:r>
          </a:p>
          <a:p>
            <a:pPr algn="l"/>
            <a:r>
              <a:rPr sz="2200" b="0" lang="cs-CZ">
                <a:solidFill>
                  <a:srgbClr val="333333"/>
                </a:solidFill>
                <a:latin typeface="Amalia"/>
              </a:rPr>
              <a:t>Obě definice jsou legitimní podmnožiny RBCZ klienta.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ev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0000"/>
            <a:ext cx="3780000" cy="522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720000"/>
            <a:ext cx="3393000" cy="52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spcAft>
                <a:spcPts val="800"/>
              </a:spcAft>
            </a:pPr>
            <a:r>
              <a:rPr sz="4000" b="1" lang="cs-CZ">
                <a:solidFill>
                  <a:srgbClr val="333333"/>
                </a:solidFill>
                <a:latin typeface="Amalia"/>
              </a:rPr>
              <a:t>Viděli jste</a:t>
            </a:r>
          </a:p>
          <a:p>
            <a:pPr algn="ctr">
              <a:spcAft>
                <a:spcPts val="800"/>
              </a:spcAft>
            </a:pPr>
            <a:r>
              <a:rPr sz="4000" b="1" lang="cs-CZ">
                <a:solidFill>
                  <a:srgbClr val="333333"/>
                </a:solidFill>
                <a:latin typeface="Amalia"/>
              </a:rPr>
              <a:t>celý příběh.</a:t>
            </a:r>
          </a:p>
          <a:p>
            <a:pPr algn="ctr">
              <a:spcAft>
                <a:spcPts val="1200"/>
              </a:spcAft>
            </a:pPr>
          </a:p>
          <a:p>
            <a:pPr algn="ctr">
              <a:spcAft>
                <a:spcPts val="800"/>
              </a:spcAft>
            </a:pPr>
            <a:r>
              <a:rPr sz="4000" b="1" lang="cs-CZ">
                <a:solidFill>
                  <a:srgbClr val="333333"/>
                </a:solidFill>
                <a:latin typeface="Amalia"/>
              </a:rPr>
              <a:t>Co z toho</a:t>
            </a:r>
          </a:p>
          <a:p>
            <a:pPr algn="ctr">
              <a:spcAft>
                <a:spcPts val="800"/>
              </a:spcAft>
            </a:pPr>
            <a:r>
              <a:rPr sz="4000" b="1" lang="cs-CZ">
                <a:solidFill>
                  <a:srgbClr val="333333"/>
                </a:solidFill>
                <a:latin typeface="Amalia"/>
              </a:rPr>
              <a:t>máte </a:t>
            </a:r>
            <a:r>
              <a:rPr sz="4000" b="1" lang="cs-CZ">
                <a:solidFill>
                  <a:srgbClr val="B8860B"/>
                </a:solidFill>
                <a:latin typeface="Amalia"/>
              </a:rPr>
              <a:t>vy</a:t>
            </a:r>
            <a:r>
              <a:rPr sz="4000" b="1" lang="cs-CZ">
                <a:solidFill>
                  <a:srgbClr val="333333"/>
                </a:solidFill>
                <a:latin typeface="Amalia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80000" y="720000"/>
            <a:ext cx="6480000" cy="52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0" i="0" lang="cs-CZ">
                <a:solidFill>
                  <a:srgbClr val="333333"/>
                </a:solidFill>
                <a:latin typeface="Amalia"/>
              </a:rPr>
              <a:t>✓  Konec hádání "Co tím básník myslel"</a:t>
            </a:r>
          </a:p>
          <a:p>
            <a:pPr algn="l">
              <a:spcAft>
                <a:spcPts val="800"/>
              </a:spcAft>
            </a:pPr>
          </a:p>
          <a:p>
            <a:pPr algn="l"/>
            <a:r>
              <a:rPr sz="2200" b="0" i="0" lang="cs-CZ">
                <a:solidFill>
                  <a:srgbClr val="333333"/>
                </a:solidFill>
                <a:latin typeface="Amalia"/>
              </a:rPr>
              <a:t>✓  Smlouva jako kód</a:t>
            </a:r>
          </a:p>
          <a:p>
            <a:pPr algn="l">
              <a:spcAft>
                <a:spcPts val="800"/>
              </a:spcAft>
            </a:pPr>
          </a:p>
          <a:p>
            <a:pPr algn="l"/>
            <a:r>
              <a:rPr sz="2200" b="0" i="0" lang="cs-CZ">
                <a:solidFill>
                  <a:srgbClr val="333333"/>
                </a:solidFill>
                <a:latin typeface="Amalia"/>
              </a:rPr>
              <a:t>✓  Sandbox za 5 minut</a:t>
            </a:r>
          </a:p>
          <a:p>
            <a:pPr algn="l">
              <a:spcAft>
                <a:spcPts val="800"/>
              </a:spcAft>
            </a:pPr>
          </a:p>
          <a:p>
            <a:pPr algn="l"/>
            <a:r>
              <a:rPr sz="2200" b="0" i="0" lang="cs-CZ">
                <a:solidFill>
                  <a:srgbClr val="333333"/>
                </a:solidFill>
                <a:latin typeface="Amalia"/>
              </a:rPr>
              <a:t>✓  Infrastruktura bez starostí</a:t>
            </a:r>
          </a:p>
          <a:p>
            <a:pPr algn="l">
              <a:spcAft>
                <a:spcPts val="800"/>
              </a:spcAft>
            </a:pPr>
          </a:p>
          <a:p>
            <a:pPr algn="l"/>
            <a:r>
              <a:rPr sz="2200" b="0" i="0" lang="cs-CZ">
                <a:solidFill>
                  <a:srgbClr val="333333"/>
                </a:solidFill>
                <a:latin typeface="Amalia"/>
              </a:rPr>
              <a:t>✓  Obrana proti Feature Creep</a:t>
            </a:r>
          </a:p>
          <a:p>
            <a:pPr algn="l">
              <a:spcAft>
                <a:spcPts val="800"/>
              </a:spcAft>
            </a:pPr>
          </a:p>
          <a:p>
            <a:pPr algn="l"/>
            <a:r>
              <a:rPr sz="2200" b="0" i="0" lang="cs-CZ">
                <a:solidFill>
                  <a:srgbClr val="333333"/>
                </a:solidFill>
                <a:latin typeface="Amalia"/>
              </a:rPr>
              <a:t>✓  Dokumentaci generuje AI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520000" cy="90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4000" b="1" lang="cs-CZ">
                <a:solidFill>
                  <a:srgbClr val="333333"/>
                </a:solidFill>
                <a:latin typeface="Amalia"/>
              </a:rPr>
              <a:t>Jeden projekt? Zvládnutelné. Ale běží jich </a:t>
            </a:r>
            <a:r>
              <a:rPr sz="4000" b="1" lang="cs-CZ">
                <a:solidFill>
                  <a:srgbClr val="B8860B"/>
                </a:solidFill>
                <a:latin typeface="Amalia"/>
              </a:rPr>
              <a:t>12</a:t>
            </a:r>
            <a:r>
              <a:rPr sz="4000" b="1" lang="cs-CZ">
                <a:solidFill>
                  <a:srgbClr val="333333"/>
                </a:solidFill>
                <a:latin typeface="Amalia"/>
              </a:rPr>
              <a:t>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0000" y="1260000"/>
            <a:ext cx="1980000" cy="54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lang="cs-CZ">
                <a:solidFill>
                  <a:srgbClr val="333333"/>
                </a:solidFill>
                <a:latin typeface="Amalia"/>
              </a:rPr>
              <a:t>Backlog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8000" y="1908000"/>
            <a:ext cx="1764000" cy="3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8000" y="2376000"/>
            <a:ext cx="1764000" cy="3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88000" y="1260000"/>
            <a:ext cx="1980000" cy="54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lang="cs-CZ">
                <a:solidFill>
                  <a:srgbClr val="333333"/>
                </a:solidFill>
                <a:latin typeface="Amalia"/>
              </a:rPr>
              <a:t>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96000" y="1908000"/>
            <a:ext cx="1764000" cy="3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96000" y="2376000"/>
            <a:ext cx="1764000" cy="3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96000" y="2844000"/>
            <a:ext cx="1764000" cy="3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76000" y="1260000"/>
            <a:ext cx="1980000" cy="54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lang="cs-CZ">
                <a:solidFill>
                  <a:srgbClr val="333333"/>
                </a:solidFill>
                <a:latin typeface="Amalia"/>
              </a:rPr>
              <a:t>Build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84000" y="1908000"/>
            <a:ext cx="1764000" cy="3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84000" y="2376000"/>
            <a:ext cx="1764000" cy="3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64000" y="1260000"/>
            <a:ext cx="1980000" cy="54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lang="cs-CZ">
                <a:solidFill>
                  <a:srgbClr val="333333"/>
                </a:solidFill>
                <a:latin typeface="Amalia"/>
              </a:rPr>
              <a:t>Deploy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72000" y="1908000"/>
            <a:ext cx="1764000" cy="3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52000" y="1260000"/>
            <a:ext cx="1980000" cy="540000"/>
          </a:xfrm>
          <a:prstGeom prst="roundRect">
            <a:avLst/>
          </a:prstGeom>
          <a:solidFill>
            <a:srgbClr val="FFE600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lang="cs-CZ">
                <a:solidFill>
                  <a:srgbClr val="333333"/>
                </a:solidFill>
                <a:latin typeface="Amalia"/>
              </a:rPr>
              <a:t>Done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60000" y="1908000"/>
            <a:ext cx="1764000" cy="3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60000" y="2376000"/>
            <a:ext cx="1764000" cy="3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60000" y="2844000"/>
            <a:ext cx="1764000" cy="3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60000" y="3312000"/>
            <a:ext cx="1764000" cy="3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" y="4140000"/>
            <a:ext cx="10080000" cy="144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200" b="1" lang="cs-CZ">
                <a:solidFill>
                  <a:srgbClr val="B8860B"/>
                </a:solidFill>
                <a:latin typeface="Amalia"/>
              </a:rPr>
              <a:t>79</a:t>
            </a:r>
            <a:r>
              <a:rPr sz="2200" b="0" lang="cs-CZ">
                <a:solidFill>
                  <a:srgbClr val="333333"/>
                </a:solidFill>
                <a:latin typeface="Amalia"/>
              </a:rPr>
              <a:t> datových produktů v RBCZ · 7 subdomén · </a:t>
            </a:r>
            <a:r>
              <a:rPr sz="2200" b="1" lang="cs-CZ">
                <a:solidFill>
                  <a:srgbClr val="B8860B"/>
                </a:solidFill>
                <a:latin typeface="Amalia"/>
              </a:rPr>
              <a:t>6 v produkci</a:t>
            </a:r>
          </a:p>
          <a:p>
            <a:pPr algn="l"/>
            <a:r>
              <a:rPr sz="2200" b="1" lang="cs-CZ">
                <a:solidFill>
                  <a:srgbClr val="B8860B"/>
                </a:solidFill>
                <a:latin typeface="Amalia"/>
              </a:rPr>
              <a:t>MIB</a:t>
            </a:r>
            <a:r>
              <a:rPr sz="2200" b="0" lang="cs-CZ">
                <a:solidFill>
                  <a:srgbClr val="333333"/>
                </a:solidFill>
                <a:latin typeface="Amalia"/>
              </a:rPr>
              <a:t> vede · </a:t>
            </a:r>
            <a:r>
              <a:rPr sz="2200" b="1" lang="cs-CZ">
                <a:solidFill>
                  <a:srgbClr val="B8860B"/>
                </a:solidFill>
                <a:latin typeface="Amalia"/>
              </a:rPr>
              <a:t>Retail</a:t>
            </a:r>
            <a:r>
              <a:rPr sz="2200" b="0" lang="cs-CZ">
                <a:solidFill>
                  <a:srgbClr val="333333"/>
                </a:solidFill>
                <a:latin typeface="Amalia"/>
              </a:rPr>
              <a:t> startuje · </a:t>
            </a:r>
            <a:r>
              <a:rPr sz="2200" b="1" lang="cs-CZ">
                <a:solidFill>
                  <a:srgbClr val="B8860B"/>
                </a:solidFill>
                <a:latin typeface="Amalia"/>
              </a:rPr>
              <a:t>Finance</a:t>
            </a:r>
            <a:r>
              <a:rPr sz="2200" b="0" lang="cs-CZ">
                <a:solidFill>
                  <a:srgbClr val="333333"/>
                </a:solidFill>
                <a:latin typeface="Amalia"/>
              </a:rPr>
              <a:t> chtějí totéž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520000" cy="7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4000" b="1" lang="cs-CZ">
                <a:solidFill>
                  <a:srgbClr val="333333"/>
                </a:solidFill>
                <a:latin typeface="Amalia"/>
              </a:rPr>
              <a:t>5 strachů → 5 </a:t>
            </a:r>
            <a:r>
              <a:rPr sz="4000" b="1" lang="cs-CZ">
                <a:solidFill>
                  <a:srgbClr val="B8860B"/>
                </a:solidFill>
                <a:latin typeface="Amalia"/>
              </a:rPr>
              <a:t>odpovědí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007000"/>
            <a:ext cx="4680000" cy="54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0" i="0" lang="cs-CZ">
                <a:solidFill>
                  <a:srgbClr val="666666"/>
                </a:solidFill>
                <a:latin typeface="Amalia"/>
              </a:rPr>
              <a:t>Rozdělíme a nedáme dohromady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0" y="2007000"/>
            <a:ext cx="720000" cy="54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200" b="1" i="0" lang="cs-CZ">
                <a:solidFill>
                  <a:srgbClr val="FFE600"/>
                </a:solidFill>
                <a:latin typeface="Amalia"/>
              </a:rPr>
              <a:t>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0000" y="2007000"/>
            <a:ext cx="5400000" cy="54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i="0" lang="cs-CZ">
                <a:solidFill>
                  <a:srgbClr val="333333"/>
                </a:solidFill>
                <a:latin typeface="Amalia"/>
              </a:rPr>
              <a:t>BKB + ontologie drží celek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83000"/>
            <a:ext cx="4680000" cy="54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0" i="0" lang="cs-CZ">
                <a:solidFill>
                  <a:srgbClr val="666666"/>
                </a:solidFill>
                <a:latin typeface="Amalia"/>
              </a:rPr>
              <a:t>Nikdo nebude zodpovědný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0" y="2583000"/>
            <a:ext cx="720000" cy="54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200" b="1" i="0" lang="cs-CZ">
                <a:solidFill>
                  <a:srgbClr val="FFE600"/>
                </a:solidFill>
                <a:latin typeface="Amalia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2583000"/>
            <a:ext cx="5400000" cy="54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i="0" lang="cs-CZ">
                <a:solidFill>
                  <a:srgbClr val="333333"/>
                </a:solidFill>
                <a:latin typeface="Amalia"/>
              </a:rPr>
              <a:t>Karel Černý. Data Contract. GitHub.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159000"/>
            <a:ext cx="4680000" cy="54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0" i="0" lang="cs-CZ">
                <a:solidFill>
                  <a:srgbClr val="666666"/>
                </a:solidFill>
                <a:latin typeface="Amalia"/>
              </a:rPr>
              <a:t>Data nejsou včas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0" y="3159000"/>
            <a:ext cx="720000" cy="54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200" b="1" i="0" lang="cs-CZ">
                <a:solidFill>
                  <a:srgbClr val="FFE600"/>
                </a:solidFill>
                <a:latin typeface="Amalia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0000" y="3159000"/>
            <a:ext cx="5400000" cy="54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i="0" lang="cs-CZ">
                <a:solidFill>
                  <a:srgbClr val="333333"/>
                </a:solidFill>
                <a:latin typeface="Amalia"/>
              </a:rPr>
              <a:t>CI/CD. APEX. Databricks.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735000"/>
            <a:ext cx="4680000" cy="54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0" i="0" lang="cs-CZ">
                <a:solidFill>
                  <a:srgbClr val="666666"/>
                </a:solidFill>
                <a:latin typeface="Amalia"/>
              </a:rPr>
              <a:t>Nemáme na to lidi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0" y="3735000"/>
            <a:ext cx="720000" cy="54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200" b="1" i="0" lang="cs-CZ">
                <a:solidFill>
                  <a:srgbClr val="FFE600"/>
                </a:solidFill>
                <a:latin typeface="Amalia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0000" y="3735000"/>
            <a:ext cx="5400000" cy="54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i="0" lang="cs-CZ">
                <a:solidFill>
                  <a:srgbClr val="333333"/>
                </a:solidFill>
                <a:latin typeface="Amalia"/>
              </a:rPr>
              <a:t>Enablement tým. Šablony. Sandbox za 5 min.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4311000"/>
            <a:ext cx="4680000" cy="54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0" i="0" lang="cs-CZ">
                <a:solidFill>
                  <a:srgbClr val="666666"/>
                </a:solidFill>
                <a:latin typeface="Amalia"/>
              </a:rPr>
              <a:t>Bude chaos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0" y="4311000"/>
            <a:ext cx="720000" cy="54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200" b="1" i="0" lang="cs-CZ">
                <a:solidFill>
                  <a:srgbClr val="FFE600"/>
                </a:solidFill>
                <a:latin typeface="Amalia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0000" y="4311000"/>
            <a:ext cx="5400000" cy="54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i="0" lang="cs-CZ">
                <a:solidFill>
                  <a:srgbClr val="333333"/>
                </a:solidFill>
                <a:latin typeface="Amalia"/>
              </a:rPr>
              <a:t>Glossary chrání scope. Kanban řídí 12 projektů.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180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440000"/>
            <a:ext cx="12189600" cy="180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5200" b="1" lang="cs-CZ">
                <a:solidFill>
                  <a:srgbClr val="B8860B"/>
                </a:solidFill>
                <a:latin typeface="Amalia"/>
              </a:rPr>
              <a:t>DECENTRALIZACE NENÍ CHAOS.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20000"/>
            <a:ext cx="12189600" cy="108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5200" b="1" i="0" lang="cs-CZ">
                <a:solidFill>
                  <a:srgbClr val="333333"/>
                </a:solidFill>
                <a:latin typeface="Amalia"/>
              </a:rPr>
              <a:t>JE TO JINÝ ŘÁD.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860000"/>
            <a:ext cx="12189600" cy="7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800" b="0" i="0" lang="cs-CZ">
                <a:solidFill>
                  <a:srgbClr val="666666"/>
                </a:solidFill>
                <a:latin typeface="Amalia"/>
              </a:rPr>
              <a:t>A vy jste jeho součástí.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00000"/>
            <a:ext cx="12189600" cy="180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5200" b="1" i="0" lang="cs-CZ">
                <a:solidFill>
                  <a:srgbClr val="333333"/>
                </a:solidFill>
                <a:latin typeface="Amalia"/>
              </a:rPr>
              <a:t>OTÁZKY?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320000"/>
            <a:ext cx="12189600" cy="108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2800" b="0" i="0" lang="cs-CZ">
                <a:solidFill>
                  <a:srgbClr val="666666"/>
                </a:solidFill>
                <a:latin typeface="Amalia"/>
              </a:rPr>
              <a:t>Lukáš · Michal · Roman · Evžen · Anita · Bára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RBI Theme">
      <a:dk1>
        <a:srgbClr val="000000"/>
      </a:dk1>
      <a:lt1>
        <a:srgbClr val="FFFFFF"/>
      </a:lt1>
      <a:dk2>
        <a:srgbClr val="2B2D34"/>
      </a:dk2>
      <a:lt2>
        <a:srgbClr val="F1EDE6"/>
      </a:lt2>
      <a:accent1>
        <a:srgbClr val="FEE600"/>
      </a:accent1>
      <a:accent2>
        <a:srgbClr val="FFD403"/>
      </a:accent2>
      <a:accent3>
        <a:srgbClr val="F9BB30"/>
      </a:accent3>
      <a:accent4>
        <a:srgbClr val="67D0AB"/>
      </a:accent4>
      <a:accent5>
        <a:srgbClr val="FF8B6B"/>
      </a:accent5>
      <a:accent6>
        <a:srgbClr val="6A4CAD"/>
      </a:accent6>
      <a:hlink>
        <a:srgbClr val="64C5C9"/>
      </a:hlink>
      <a:folHlink>
        <a:srgbClr val="2B2D34"/>
      </a:folHlink>
    </a:clrScheme>
    <a:fontScheme name="RBI">
      <a:majorFont>
        <a:latin typeface="Amalia"/>
        <a:ea typeface=""/>
        <a:cs typeface=""/>
      </a:majorFont>
      <a:minorFont>
        <a:latin typeface="Amal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defRPr sz="1400" dirty="0">
            <a:latin typeface="+mn-lt"/>
          </a:defRPr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F07600"/>
        </a:dk2>
        <a:lt2>
          <a:srgbClr val="636B70"/>
        </a:lt2>
        <a:accent1>
          <a:srgbClr val="ADADAD"/>
        </a:accent1>
        <a:accent2>
          <a:srgbClr val="9C3024"/>
        </a:accent2>
        <a:accent3>
          <a:srgbClr val="FFFFFF"/>
        </a:accent3>
        <a:accent4>
          <a:srgbClr val="000000"/>
        </a:accent4>
        <a:accent5>
          <a:srgbClr val="D3D3D3"/>
        </a:accent5>
        <a:accent6>
          <a:srgbClr val="8D2A20"/>
        </a:accent6>
        <a:hlink>
          <a:srgbClr val="0066CB"/>
        </a:hlink>
        <a:folHlink>
          <a:srgbClr val="99CD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WarmGrey">
      <a:srgbClr val="F1EDE6"/>
    </a:custClr>
    <a:custClr name="WarmGrey50">
      <a:srgbClr val="F8F6F2"/>
    </a:custClr>
    <a:custClr name="GreenDark">
      <a:srgbClr val="225B45"/>
    </a:custClr>
    <a:custClr name="GreenMid">
      <a:srgbClr val="67D0AB"/>
    </a:custClr>
    <a:custClr name="GreenBright">
      <a:srgbClr val="A3E2CC"/>
    </a:custClr>
    <a:custClr name="CoralMid">
      <a:srgbClr val="FF8B6B"/>
    </a:custClr>
    <a:custClr name="CoralBright">
      <a:srgbClr val="FFB9A5"/>
    </a:custClr>
    <a:custClr name="PurpleMid">
      <a:srgbClr val="6A4CAD"/>
    </a:custClr>
    <a:custClr name="PurpleBright">
      <a:srgbClr val="9D88D9"/>
    </a:custClr>
  </a:custClrLst>
  <a:extLst>
    <a:ext uri="{05A4C25C-085E-4340-85A3-A5531E510DB2}">
      <thm15:themeFamily xmlns:thm15="http://schemas.microsoft.com/office/thememl/2012/main" name="Prezentace1" id="{BEC0D698-D810-49E0-8ECD-5DBE30674D42}" vid="{9D19D9C4-E1A8-4589-B6A6-1297B7EE5A9E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58e8568-b9eb-4fd5-9a5f-71d00eab366c">
      <Terms xmlns="http://schemas.microsoft.com/office/infopath/2007/PartnerControls"/>
    </lcf76f155ced4ddcb4097134ff3c332f>
    <TaxCatchAll xmlns="d17e836d-36af-4714-b50b-51d938c8b199" xsi:nil="true"/>
    <Pozn_x00e1_mka xmlns="758e8568-b9eb-4fd5-9a5f-71d00eab366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C2C28393E5F2499FD3D1F8704E4FAD" ma:contentTypeVersion="18" ma:contentTypeDescription="Create a new document." ma:contentTypeScope="" ma:versionID="b92ffdb68fa214c2159bd402799b5b36">
  <xsd:schema xmlns:xsd="http://www.w3.org/2001/XMLSchema" xmlns:xs="http://www.w3.org/2001/XMLSchema" xmlns:p="http://schemas.microsoft.com/office/2006/metadata/properties" xmlns:ns2="758e8568-b9eb-4fd5-9a5f-71d00eab366c" xmlns:ns3="d17e836d-36af-4714-b50b-51d938c8b199" targetNamespace="http://schemas.microsoft.com/office/2006/metadata/properties" ma:root="true" ma:fieldsID="62e86382ce5da12cf86c34b650c2d0ec" ns2:_="" ns3:_="">
    <xsd:import namespace="758e8568-b9eb-4fd5-9a5f-71d00eab366c"/>
    <xsd:import namespace="d17e836d-36af-4714-b50b-51d938c8b1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Pozn_x00e1_mk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e8568-b9eb-4fd5-9a5f-71d00eab366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1b8c0c90-bcfb-49ef-b405-3eb3828e475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ozn_x00e1_mka" ma:index="24" nillable="true" ma:displayName="Poznámka" ma:format="Dropdown" ma:internalName="Pozn_x00e1_mka">
      <xsd:simpleType>
        <xsd:restriction base="dms:Text">
          <xsd:maxLength value="255"/>
        </xsd:restriction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7e836d-36af-4714-b50b-51d938c8b19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b93706fb-6a06-47bb-9a44-26dcfc9c86fd}" ma:internalName="TaxCatchAll" ma:showField="CatchAllData" ma:web="d17e836d-36af-4714-b50b-51d938c8b1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05E881-8834-49CD-A81A-C3238089E911}">
  <ds:schemaRefs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758e8568-b9eb-4fd5-9a5f-71d00eab366c"/>
    <ds:schemaRef ds:uri="d17e836d-36af-4714-b50b-51d938c8b199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25C1D11-05CE-4C47-81BF-457A5A1C1A6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82240B2-7BA9-4219-A8BC-53A6D9EBDE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8e8568-b9eb-4fd5-9a5f-71d00eab366c"/>
    <ds:schemaRef ds:uri="d17e836d-36af-4714-b50b-51d938c8b19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01_Raiffeisenbank_TEMPLATE</Template>
  <TotalTime>72</TotalTime>
  <Words>1192</Words>
  <Application>Microsoft Office PowerPoint</Application>
  <PresentationFormat>Vlastní</PresentationFormat>
  <Paragraphs>276</Paragraphs>
  <Slides>32</Slides>
  <Notes>2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32</vt:i4>
      </vt:variant>
    </vt:vector>
  </HeadingPairs>
  <TitlesOfParts>
    <vt:vector size="38" baseType="lpstr">
      <vt:lpstr>Amalia</vt:lpstr>
      <vt:lpstr>Amalia Medium</vt:lpstr>
      <vt:lpstr>Arial</vt:lpstr>
      <vt:lpstr>Calibri</vt:lpstr>
      <vt:lpstr>Nokia Pure Headline Light</vt:lpstr>
      <vt:lpstr>1_Default Design</vt:lpstr>
      <vt:lpstr>Raiffeisen Bank  PowerPoint Template</vt:lpstr>
      <vt:lpstr>Prezentace aplikace PowerPoint</vt:lpstr>
      <vt:lpstr>Click to edit Master Title</vt:lpstr>
      <vt:lpstr>Click to edit Master Title</vt:lpstr>
      <vt:lpstr>Thank you for listening</vt:lpstr>
      <vt:lpstr>Raiffeisen Bank PowerPoint Template</vt:lpstr>
      <vt:lpstr>Raiffeisen Bank  PowerPoint Template</vt:lpstr>
      <vt:lpstr>Prezentace aplikace PowerPoint</vt:lpstr>
      <vt:lpstr>Section divider heading</vt:lpstr>
      <vt:lpstr>Section divider heading</vt:lpstr>
      <vt:lpstr>Click to edit Master Title</vt:lpstr>
      <vt:lpstr>Click to edit master title</vt:lpstr>
      <vt:lpstr>Tombstones</vt:lpstr>
      <vt:lpstr>Map Base</vt:lpstr>
      <vt:lpstr>RBI MAP</vt:lpstr>
      <vt:lpstr>ICONS Repository</vt:lpstr>
      <vt:lpstr>Elements Repository (copy&amp;paste)</vt:lpstr>
      <vt:lpstr>Click to edit master title</vt:lpstr>
      <vt:lpstr>Click to edit master title</vt:lpstr>
      <vt:lpstr>Quote slide</vt:lpstr>
      <vt:lpstr>Prezentace aplikace PowerPoint</vt:lpstr>
      <vt:lpstr>Prezentace aplikace PowerPoint</vt:lpstr>
      <vt:lpstr>Prezentace aplikace PowerPoint</vt:lpstr>
      <vt:lpstr>Prezentace aplikace PowerPoint</vt:lpstr>
      <vt:lpstr>Layout for Corporate Business</vt:lpstr>
      <vt:lpstr>Layout for Corporate Business</vt:lpstr>
      <vt:lpstr>Layout for Corporate Business</vt:lpstr>
      <vt:lpstr>Layout for Corporate Business</vt:lpstr>
      <vt:lpstr>Illustrations</vt:lpstr>
      <vt:lpstr>Illustrations</vt:lpstr>
      <vt:lpstr>Imagery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Raiffeisen Bank  PowerPoint Template</dc:title>
  <dc:creator>Kristyna Frkova</dc:creator>
  <cp:lastModifiedBy>LUKAS MAZANEK</cp:lastModifiedBy>
  <cp:revision>9</cp:revision>
  <dcterms:created xsi:type="dcterms:W3CDTF">2023-11-03T14:13:30Z</dcterms:created>
  <dcterms:modified xsi:type="dcterms:W3CDTF">2026-02-14T07:22:43Z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6524ed-fb1a-49fd-bafe-15c5e5ffd047_Enabled">
    <vt:lpwstr>true</vt:lpwstr>
  </property>
  <property fmtid="{D5CDD505-2E9C-101B-9397-08002B2CF9AE}" pid="3" name="MSIP_Label_2a6524ed-fb1a-49fd-bafe-15c5e5ffd047_SetDate">
    <vt:lpwstr>2023-10-10T06:29:18Z</vt:lpwstr>
  </property>
  <property fmtid="{D5CDD505-2E9C-101B-9397-08002B2CF9AE}" pid="4" name="MSIP_Label_2a6524ed-fb1a-49fd-bafe-15c5e5ffd047_Method">
    <vt:lpwstr>Standard</vt:lpwstr>
  </property>
  <property fmtid="{D5CDD505-2E9C-101B-9397-08002B2CF9AE}" pid="5" name="MSIP_Label_2a6524ed-fb1a-49fd-bafe-15c5e5ffd047_Name">
    <vt:lpwstr>Internal</vt:lpwstr>
  </property>
  <property fmtid="{D5CDD505-2E9C-101B-9397-08002B2CF9AE}" pid="6" name="MSIP_Label_2a6524ed-fb1a-49fd-bafe-15c5e5ffd047_SiteId">
    <vt:lpwstr>9b511fda-f0b1-43a5-b06e-1e720f64520a</vt:lpwstr>
  </property>
  <property fmtid="{D5CDD505-2E9C-101B-9397-08002B2CF9AE}" pid="7" name="MSIP_Label_2a6524ed-fb1a-49fd-bafe-15c5e5ffd047_ActionId">
    <vt:lpwstr>7f991bea-eb70-484f-b0bd-674080112305</vt:lpwstr>
  </property>
  <property fmtid="{D5CDD505-2E9C-101B-9397-08002B2CF9AE}" pid="8" name="MSIP_Label_2a6524ed-fb1a-49fd-bafe-15c5e5ffd047_ContentBits">
    <vt:lpwstr>0</vt:lpwstr>
  </property>
  <property fmtid="{D5CDD505-2E9C-101B-9397-08002B2CF9AE}" pid="9" name="ContentTypeId">
    <vt:lpwstr>0x01010055C2C28393E5F2499FD3D1F8704E4FAD</vt:lpwstr>
  </property>
  <property fmtid="{D5CDD505-2E9C-101B-9397-08002B2CF9AE}" pid="10" name="MediaServiceImageTags">
    <vt:lpwstr/>
  </property>
</Properties>
</file>